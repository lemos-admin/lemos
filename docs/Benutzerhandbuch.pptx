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3"/>
  </p:notesMasterIdLst>
  <p:sldIdLst>
    <p:sldId id="322" r:id="rId2"/>
    <p:sldId id="321" r:id="rId3"/>
    <p:sldId id="256" r:id="rId4"/>
    <p:sldId id="285" r:id="rId5"/>
    <p:sldId id="318" r:id="rId6"/>
    <p:sldId id="296" r:id="rId7"/>
    <p:sldId id="319" r:id="rId8"/>
    <p:sldId id="344" r:id="rId9"/>
    <p:sldId id="339" r:id="rId10"/>
    <p:sldId id="340" r:id="rId11"/>
    <p:sldId id="341" r:id="rId12"/>
    <p:sldId id="342" r:id="rId13"/>
    <p:sldId id="343" r:id="rId14"/>
    <p:sldId id="320" r:id="rId15"/>
    <p:sldId id="283" r:id="rId16"/>
    <p:sldId id="286" r:id="rId17"/>
    <p:sldId id="287" r:id="rId18"/>
    <p:sldId id="291" r:id="rId19"/>
    <p:sldId id="292" r:id="rId20"/>
    <p:sldId id="294" r:id="rId21"/>
    <p:sldId id="533" r:id="rId22"/>
    <p:sldId id="258" r:id="rId23"/>
    <p:sldId id="257" r:id="rId24"/>
    <p:sldId id="260" r:id="rId25"/>
    <p:sldId id="262" r:id="rId26"/>
    <p:sldId id="274" r:id="rId27"/>
    <p:sldId id="261" r:id="rId28"/>
    <p:sldId id="323" r:id="rId29"/>
    <p:sldId id="265" r:id="rId30"/>
    <p:sldId id="266" r:id="rId31"/>
    <p:sldId id="267" r:id="rId32"/>
    <p:sldId id="268" r:id="rId33"/>
    <p:sldId id="273" r:id="rId34"/>
    <p:sldId id="269" r:id="rId35"/>
    <p:sldId id="324" r:id="rId36"/>
    <p:sldId id="325" r:id="rId37"/>
    <p:sldId id="270" r:id="rId38"/>
    <p:sldId id="271" r:id="rId39"/>
    <p:sldId id="272" r:id="rId40"/>
    <p:sldId id="275" r:id="rId41"/>
    <p:sldId id="259" r:id="rId42"/>
    <p:sldId id="276" r:id="rId43"/>
    <p:sldId id="278" r:id="rId44"/>
    <p:sldId id="280" r:id="rId45"/>
    <p:sldId id="281" r:id="rId46"/>
    <p:sldId id="282" r:id="rId47"/>
    <p:sldId id="494" r:id="rId48"/>
    <p:sldId id="380" r:id="rId49"/>
    <p:sldId id="495" r:id="rId50"/>
    <p:sldId id="425" r:id="rId51"/>
    <p:sldId id="470" r:id="rId52"/>
    <p:sldId id="469" r:id="rId53"/>
    <p:sldId id="496" r:id="rId54"/>
    <p:sldId id="426" r:id="rId55"/>
    <p:sldId id="456" r:id="rId56"/>
    <p:sldId id="457" r:id="rId57"/>
    <p:sldId id="484" r:id="rId58"/>
    <p:sldId id="483" r:id="rId59"/>
    <p:sldId id="485" r:id="rId60"/>
    <p:sldId id="481" r:id="rId61"/>
    <p:sldId id="482" r:id="rId62"/>
    <p:sldId id="497" r:id="rId63"/>
    <p:sldId id="458" r:id="rId64"/>
    <p:sldId id="531" r:id="rId65"/>
    <p:sldId id="475" r:id="rId66"/>
    <p:sldId id="532" r:id="rId67"/>
    <p:sldId id="476" r:id="rId68"/>
    <p:sldId id="486" r:id="rId69"/>
    <p:sldId id="492" r:id="rId70"/>
    <p:sldId id="493" r:id="rId71"/>
    <p:sldId id="466" r:id="rId72"/>
    <p:sldId id="479" r:id="rId73"/>
    <p:sldId id="473" r:id="rId74"/>
    <p:sldId id="480" r:id="rId75"/>
    <p:sldId id="463" r:id="rId76"/>
    <p:sldId id="478" r:id="rId77"/>
    <p:sldId id="477" r:id="rId78"/>
    <p:sldId id="461" r:id="rId79"/>
    <p:sldId id="462" r:id="rId80"/>
    <p:sldId id="460" r:id="rId81"/>
    <p:sldId id="489" r:id="rId82"/>
    <p:sldId id="464" r:id="rId83"/>
    <p:sldId id="459" r:id="rId84"/>
    <p:sldId id="498" r:id="rId85"/>
    <p:sldId id="471" r:id="rId86"/>
    <p:sldId id="530" r:id="rId87"/>
    <p:sldId id="490" r:id="rId88"/>
    <p:sldId id="491" r:id="rId89"/>
    <p:sldId id="468" r:id="rId90"/>
    <p:sldId id="499" r:id="rId91"/>
    <p:sldId id="465" r:id="rId92"/>
    <p:sldId id="500" r:id="rId93"/>
    <p:sldId id="501" r:id="rId94"/>
    <p:sldId id="511" r:id="rId95"/>
    <p:sldId id="509" r:id="rId96"/>
    <p:sldId id="510" r:id="rId97"/>
    <p:sldId id="520" r:id="rId98"/>
    <p:sldId id="487" r:id="rId99"/>
    <p:sldId id="488" r:id="rId100"/>
    <p:sldId id="521" r:id="rId101"/>
    <p:sldId id="522" r:id="rId102"/>
    <p:sldId id="523" r:id="rId103"/>
    <p:sldId id="524" r:id="rId104"/>
    <p:sldId id="525" r:id="rId105"/>
    <p:sldId id="526" r:id="rId106"/>
    <p:sldId id="502" r:id="rId107"/>
    <p:sldId id="503" r:id="rId108"/>
    <p:sldId id="504" r:id="rId109"/>
    <p:sldId id="505" r:id="rId110"/>
    <p:sldId id="527" r:id="rId111"/>
    <p:sldId id="528" r:id="rId112"/>
    <p:sldId id="506" r:id="rId113"/>
    <p:sldId id="507" r:id="rId114"/>
    <p:sldId id="508" r:id="rId115"/>
    <p:sldId id="518" r:id="rId116"/>
    <p:sldId id="512" r:id="rId117"/>
    <p:sldId id="515" r:id="rId118"/>
    <p:sldId id="514" r:id="rId119"/>
    <p:sldId id="529" r:id="rId120"/>
    <p:sldId id="516" r:id="rId121"/>
    <p:sldId id="517" r:id="rId1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E0F7CA4-3AC3-415B-9F62-ABBBF0A932CA}">
          <p14:sldIdLst>
            <p14:sldId id="322"/>
            <p14:sldId id="321"/>
          </p14:sldIdLst>
        </p14:section>
        <p14:section name="Grundlagen" id="{42F2FAC0-D683-4472-810F-32F3591358DF}">
          <p14:sldIdLst>
            <p14:sldId id="256"/>
            <p14:sldId id="285"/>
            <p14:sldId id="318"/>
            <p14:sldId id="296"/>
            <p14:sldId id="319"/>
          </p14:sldIdLst>
        </p14:section>
        <p14:section name="Vorgehensweise" id="{11187D43-CEC7-44B1-B0DE-3FBBC57848CF}">
          <p14:sldIdLst>
            <p14:sldId id="344"/>
            <p14:sldId id="339"/>
            <p14:sldId id="340"/>
            <p14:sldId id="341"/>
            <p14:sldId id="342"/>
            <p14:sldId id="343"/>
          </p14:sldIdLst>
        </p14:section>
        <p14:section name="Erste Schritte" id="{7A215E20-B9F8-45D7-8D43-F43BB866CFA9}">
          <p14:sldIdLst>
            <p14:sldId id="320"/>
          </p14:sldIdLst>
        </p14:section>
        <p14:section name="Erste Schritte – Vorüberlegungen" id="{425A2AFF-E29E-4C05-A185-E27662B0D716}">
          <p14:sldIdLst>
            <p14:sldId id="283"/>
            <p14:sldId id="286"/>
            <p14:sldId id="287"/>
            <p14:sldId id="291"/>
            <p14:sldId id="292"/>
            <p14:sldId id="294"/>
            <p14:sldId id="533"/>
          </p14:sldIdLst>
        </p14:section>
        <p14:section name="Erste Schritte – Lernmodulkonfiguration" id="{5072E489-1B55-4E04-BFA9-3F23EF49967B}">
          <p14:sldIdLst>
            <p14:sldId id="258"/>
            <p14:sldId id="257"/>
            <p14:sldId id="260"/>
            <p14:sldId id="262"/>
            <p14:sldId id="274"/>
            <p14:sldId id="261"/>
            <p14:sldId id="323"/>
            <p14:sldId id="265"/>
            <p14:sldId id="266"/>
            <p14:sldId id="267"/>
            <p14:sldId id="268"/>
            <p14:sldId id="273"/>
            <p14:sldId id="269"/>
            <p14:sldId id="324"/>
            <p14:sldId id="325"/>
            <p14:sldId id="270"/>
            <p14:sldId id="271"/>
            <p14:sldId id="272"/>
            <p14:sldId id="275"/>
          </p14:sldIdLst>
        </p14:section>
        <p14:section name="Erste Schritte – Szenariokonfiguration" id="{E2C19DC3-F1C7-40FB-B0D0-F1D7363E88FE}">
          <p14:sldIdLst>
            <p14:sldId id="259"/>
            <p14:sldId id="276"/>
            <p14:sldId id="278"/>
            <p14:sldId id="280"/>
            <p14:sldId id="281"/>
            <p14:sldId id="282"/>
          </p14:sldIdLst>
        </p14:section>
        <p14:section name="Modellierungssprache" id="{61B92CE0-51E4-455E-A2A8-1660330DE01E}">
          <p14:sldIdLst>
            <p14:sldId id="494"/>
            <p14:sldId id="380"/>
          </p14:sldIdLst>
        </p14:section>
        <p14:section name="Modellierungssprache – Mehrfach genutzte Objekte" id="{585C640B-406A-47D5-9EFF-ECC532C0B0AE}">
          <p14:sldIdLst>
            <p14:sldId id="495"/>
            <p14:sldId id="425"/>
            <p14:sldId id="470"/>
            <p14:sldId id="469"/>
          </p14:sldIdLst>
        </p14:section>
        <p14:section name="Modellierungssprache – Objekte für allgemeine Angaben" id="{A7750077-8957-4E85-BFE1-79824DDA150A}">
          <p14:sldIdLst>
            <p14:sldId id="496"/>
            <p14:sldId id="426"/>
            <p14:sldId id="456"/>
            <p14:sldId id="457"/>
            <p14:sldId id="484"/>
            <p14:sldId id="483"/>
            <p14:sldId id="485"/>
            <p14:sldId id="481"/>
            <p14:sldId id="482"/>
          </p14:sldIdLst>
        </p14:section>
        <p14:section name="Modellierungssprache – Objekte für Felder" id="{651CB7AB-826A-440E-93B9-56BF7C65A434}">
          <p14:sldIdLst>
            <p14:sldId id="497"/>
            <p14:sldId id="458"/>
            <p14:sldId id="531"/>
            <p14:sldId id="475"/>
            <p14:sldId id="532"/>
            <p14:sldId id="476"/>
            <p14:sldId id="486"/>
            <p14:sldId id="492"/>
            <p14:sldId id="493"/>
            <p14:sldId id="466"/>
            <p14:sldId id="479"/>
            <p14:sldId id="473"/>
            <p14:sldId id="480"/>
            <p14:sldId id="463"/>
            <p14:sldId id="478"/>
            <p14:sldId id="477"/>
            <p14:sldId id="461"/>
            <p14:sldId id="462"/>
            <p14:sldId id="460"/>
            <p14:sldId id="489"/>
            <p14:sldId id="464"/>
            <p14:sldId id="459"/>
          </p14:sldIdLst>
        </p14:section>
        <p14:section name="Modellierungssprache – Objekte für Zustände" id="{380B0E23-E835-479F-A13A-59883DE9A5B0}">
          <p14:sldIdLst>
            <p14:sldId id="498"/>
            <p14:sldId id="471"/>
            <p14:sldId id="530"/>
            <p14:sldId id="490"/>
            <p14:sldId id="491"/>
            <p14:sldId id="468"/>
          </p14:sldIdLst>
        </p14:section>
        <p14:section name="Modellierungssprache – Objekt für Szenarien" id="{0A279E9D-F963-4267-A858-37E995267BF7}">
          <p14:sldIdLst>
            <p14:sldId id="499"/>
            <p14:sldId id="465"/>
          </p14:sldIdLst>
        </p14:section>
        <p14:section name="Systemfunktionen" id="{EBAA64F7-11FA-4C52-BE89-0B696316B43C}">
          <p14:sldIdLst>
            <p14:sldId id="500"/>
            <p14:sldId id="501"/>
          </p14:sldIdLst>
        </p14:section>
        <p14:section name="Systemfunktionen – Feldfunktionen" id="{D61C9692-50C0-42A4-AE4E-CB01F4695BD7}">
          <p14:sldIdLst>
            <p14:sldId id="511"/>
            <p14:sldId id="509"/>
            <p14:sldId id="510"/>
            <p14:sldId id="520"/>
            <p14:sldId id="487"/>
            <p14:sldId id="488"/>
            <p14:sldId id="521"/>
            <p14:sldId id="522"/>
            <p14:sldId id="523"/>
            <p14:sldId id="524"/>
            <p14:sldId id="525"/>
            <p14:sldId id="526"/>
            <p14:sldId id="502"/>
            <p14:sldId id="503"/>
            <p14:sldId id="504"/>
            <p14:sldId id="505"/>
            <p14:sldId id="527"/>
            <p14:sldId id="528"/>
            <p14:sldId id="506"/>
            <p14:sldId id="507"/>
            <p14:sldId id="508"/>
            <p14:sldId id="518"/>
          </p14:sldIdLst>
        </p14:section>
        <p14:section name="Systemfunktionen – Statische Funktionen" id="{01671D9A-B418-44FD-AABE-E2107F736051}">
          <p14:sldIdLst>
            <p14:sldId id="512"/>
            <p14:sldId id="515"/>
            <p14:sldId id="514"/>
            <p14:sldId id="529"/>
            <p14:sldId id="516"/>
            <p14:sldId id="5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63C751-6CEC-69D4-DCED-FD9E06486379}" name="Stefani, Alexander" initials="AS" userId="S::ale8155s@hs-coburg.de::e319f3de-b3fc-4521-bfee-ebde852756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EEED9-A4DA-4F66-849D-DCF4CA7D2BC8}" v="1876" dt="2025-09-22T21:32:08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2" autoAdjust="0"/>
    <p:restoredTop sz="94724" autoAdjust="0"/>
  </p:normalViewPr>
  <p:slideViewPr>
    <p:cSldViewPr snapToGrid="0">
      <p:cViewPr varScale="1">
        <p:scale>
          <a:sx n="101" d="100"/>
          <a:sy n="101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129" Type="http://schemas.microsoft.com/office/2015/10/relationships/revisionInfo" Target="revisionInfo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microsoft.com/office/2018/10/relationships/authors" Target="author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i, Alexander" userId="e319f3de-b3fc-4521-bfee-ebde852756ea" providerId="ADAL" clId="{258172F7-1E80-4324-9FBC-01340A243E79}"/>
    <pc:docChg chg="undo redo custSel addSld delSld modSld sldOrd modSection">
      <pc:chgData name="Stefani, Alexander" userId="e319f3de-b3fc-4521-bfee-ebde852756ea" providerId="ADAL" clId="{258172F7-1E80-4324-9FBC-01340A243E79}" dt="2025-05-27T13:14:53.633" v="4668" actId="790"/>
      <pc:docMkLst>
        <pc:docMk/>
      </pc:docMkLst>
      <pc:sldChg chg="addSp delSp modSp mod setBg modClrScheme chgLayout">
        <pc:chgData name="Stefani, Alexander" userId="e319f3de-b3fc-4521-bfee-ebde852756ea" providerId="ADAL" clId="{258172F7-1E80-4324-9FBC-01340A243E79}" dt="2025-05-24T16:23:37.728" v="4502" actId="14826"/>
        <pc:sldMkLst>
          <pc:docMk/>
          <pc:sldMk cId="2843491597" sldId="380"/>
        </pc:sldMkLst>
      </pc:sldChg>
      <pc:sldChg chg="modSp mod">
        <pc:chgData name="Stefani, Alexander" userId="e319f3de-b3fc-4521-bfee-ebde852756ea" providerId="ADAL" clId="{258172F7-1E80-4324-9FBC-01340A243E79}" dt="2025-04-29T22:17:10.357" v="2562" actId="20577"/>
        <pc:sldMkLst>
          <pc:docMk/>
          <pc:sldMk cId="198765616" sldId="425"/>
        </pc:sldMkLst>
      </pc:sldChg>
      <pc:sldChg chg="modSp mod">
        <pc:chgData name="Stefani, Alexander" userId="e319f3de-b3fc-4521-bfee-ebde852756ea" providerId="ADAL" clId="{258172F7-1E80-4324-9FBC-01340A243E79}" dt="2025-04-30T13:55:45.016" v="3253" actId="20577"/>
        <pc:sldMkLst>
          <pc:docMk/>
          <pc:sldMk cId="1485184754" sldId="426"/>
        </pc:sldMkLst>
      </pc:sldChg>
      <pc:sldChg chg="modSp mod">
        <pc:chgData name="Stefani, Alexander" userId="e319f3de-b3fc-4521-bfee-ebde852756ea" providerId="ADAL" clId="{258172F7-1E80-4324-9FBC-01340A243E79}" dt="2025-05-19T14:41:49.382" v="3584" actId="20577"/>
        <pc:sldMkLst>
          <pc:docMk/>
          <pc:sldMk cId="4224631659" sldId="429"/>
        </pc:sldMkLst>
      </pc:sldChg>
      <pc:sldChg chg="del">
        <pc:chgData name="Stefani, Alexander" userId="e319f3de-b3fc-4521-bfee-ebde852756ea" providerId="ADAL" clId="{258172F7-1E80-4324-9FBC-01340A243E79}" dt="2025-05-16T10:16:23.136" v="3582" actId="47"/>
        <pc:sldMkLst>
          <pc:docMk/>
          <pc:sldMk cId="2709877771" sldId="441"/>
        </pc:sldMkLst>
      </pc:sldChg>
      <pc:sldChg chg="modSp mod">
        <pc:chgData name="Stefani, Alexander" userId="e319f3de-b3fc-4521-bfee-ebde852756ea" providerId="ADAL" clId="{258172F7-1E80-4324-9FBC-01340A243E79}" dt="2025-05-24T16:16:03.028" v="4501" actId="20577"/>
        <pc:sldMkLst>
          <pc:docMk/>
          <pc:sldMk cId="2772628510" sldId="457"/>
        </pc:sldMkLst>
      </pc:sldChg>
      <pc:sldChg chg="addSp delSp modSp mod modClrScheme chgLayout">
        <pc:chgData name="Stefani, Alexander" userId="e319f3de-b3fc-4521-bfee-ebde852756ea" providerId="ADAL" clId="{258172F7-1E80-4324-9FBC-01340A243E79}" dt="2025-04-30T13:59:26.161" v="3433" actId="700"/>
        <pc:sldMkLst>
          <pc:docMk/>
          <pc:sldMk cId="1406468147" sldId="458"/>
        </pc:sldMkLst>
      </pc:sldChg>
      <pc:sldChg chg="modSp mod">
        <pc:chgData name="Stefani, Alexander" userId="e319f3de-b3fc-4521-bfee-ebde852756ea" providerId="ADAL" clId="{258172F7-1E80-4324-9FBC-01340A243E79}" dt="2025-04-27T20:04:32.939" v="2020" actId="20577"/>
        <pc:sldMkLst>
          <pc:docMk/>
          <pc:sldMk cId="4193810047" sldId="459"/>
        </pc:sldMkLst>
      </pc:sldChg>
      <pc:sldChg chg="modSp mod">
        <pc:chgData name="Stefani, Alexander" userId="e319f3de-b3fc-4521-bfee-ebde852756ea" providerId="ADAL" clId="{258172F7-1E80-4324-9FBC-01340A243E79}" dt="2025-04-24T10:09:00.288" v="20" actId="20577"/>
        <pc:sldMkLst>
          <pc:docMk/>
          <pc:sldMk cId="2291253394" sldId="461"/>
        </pc:sldMkLst>
      </pc:sldChg>
      <pc:sldChg chg="modSp mod">
        <pc:chgData name="Stefani, Alexander" userId="e319f3de-b3fc-4521-bfee-ebde852756ea" providerId="ADAL" clId="{258172F7-1E80-4324-9FBC-01340A243E79}" dt="2025-05-19T14:42:04.197" v="3586" actId="20577"/>
        <pc:sldMkLst>
          <pc:docMk/>
          <pc:sldMk cId="464504652" sldId="463"/>
        </pc:sldMkLst>
      </pc:sldChg>
      <pc:sldChg chg="modSp mod">
        <pc:chgData name="Stefani, Alexander" userId="e319f3de-b3fc-4521-bfee-ebde852756ea" providerId="ADAL" clId="{258172F7-1E80-4324-9FBC-01340A243E79}" dt="2025-05-24T15:13:01.170" v="4185"/>
        <pc:sldMkLst>
          <pc:docMk/>
          <pc:sldMk cId="4101192172" sldId="465"/>
        </pc:sldMkLst>
      </pc:sldChg>
      <pc:sldChg chg="addSp delSp modSp mod modClrScheme chgLayout">
        <pc:chgData name="Stefani, Alexander" userId="e319f3de-b3fc-4521-bfee-ebde852756ea" providerId="ADAL" clId="{258172F7-1E80-4324-9FBC-01340A243E79}" dt="2025-04-27T22:10:52.324" v="2355" actId="20577"/>
        <pc:sldMkLst>
          <pc:docMk/>
          <pc:sldMk cId="2922434964" sldId="468"/>
        </pc:sldMkLst>
      </pc:sldChg>
      <pc:sldChg chg="addSp modSp mod modClrScheme chgLayout">
        <pc:chgData name="Stefani, Alexander" userId="e319f3de-b3fc-4521-bfee-ebde852756ea" providerId="ADAL" clId="{258172F7-1E80-4324-9FBC-01340A243E79}" dt="2025-05-25T12:20:14.247" v="4652" actId="20577"/>
        <pc:sldMkLst>
          <pc:docMk/>
          <pc:sldMk cId="2190437152" sldId="469"/>
        </pc:sldMkLst>
      </pc:sldChg>
      <pc:sldChg chg="modSp mod">
        <pc:chgData name="Stefani, Alexander" userId="e319f3de-b3fc-4521-bfee-ebde852756ea" providerId="ADAL" clId="{258172F7-1E80-4324-9FBC-01340A243E79}" dt="2025-05-24T15:12:26.244" v="4170" actId="20577"/>
        <pc:sldMkLst>
          <pc:docMk/>
          <pc:sldMk cId="4097278553" sldId="471"/>
        </pc:sldMkLst>
      </pc:sldChg>
      <pc:sldChg chg="addSp modSp mod modClrScheme chgLayout">
        <pc:chgData name="Stefani, Alexander" userId="e319f3de-b3fc-4521-bfee-ebde852756ea" providerId="ADAL" clId="{258172F7-1E80-4324-9FBC-01340A243E79}" dt="2025-05-27T13:14:53.633" v="4668" actId="790"/>
        <pc:sldMkLst>
          <pc:docMk/>
          <pc:sldMk cId="147478184" sldId="473"/>
        </pc:sldMkLst>
      </pc:sldChg>
      <pc:sldChg chg="modSp mod">
        <pc:chgData name="Stefani, Alexander" userId="e319f3de-b3fc-4521-bfee-ebde852756ea" providerId="ADAL" clId="{258172F7-1E80-4324-9FBC-01340A243E79}" dt="2025-05-22T01:24:40.443" v="4044" actId="20577"/>
        <pc:sldMkLst>
          <pc:docMk/>
          <pc:sldMk cId="3380040980" sldId="475"/>
        </pc:sldMkLst>
      </pc:sldChg>
      <pc:sldChg chg="modSp mod ord">
        <pc:chgData name="Stefani, Alexander" userId="e319f3de-b3fc-4521-bfee-ebde852756ea" providerId="ADAL" clId="{258172F7-1E80-4324-9FBC-01340A243E79}" dt="2025-04-27T21:03:36.790" v="2225" actId="20578"/>
        <pc:sldMkLst>
          <pc:docMk/>
          <pc:sldMk cId="2219115023" sldId="476"/>
        </pc:sldMkLst>
      </pc:sldChg>
      <pc:sldChg chg="addSp modSp mod">
        <pc:chgData name="Stefani, Alexander" userId="e319f3de-b3fc-4521-bfee-ebde852756ea" providerId="ADAL" clId="{258172F7-1E80-4324-9FBC-01340A243E79}" dt="2025-05-23T11:16:07.032" v="4046" actId="20577"/>
        <pc:sldMkLst>
          <pc:docMk/>
          <pc:sldMk cId="2825424365" sldId="477"/>
        </pc:sldMkLst>
      </pc:sldChg>
      <pc:sldChg chg="modSp add mod ord">
        <pc:chgData name="Stefani, Alexander" userId="e319f3de-b3fc-4521-bfee-ebde852756ea" providerId="ADAL" clId="{258172F7-1E80-4324-9FBC-01340A243E79}" dt="2025-04-27T21:35:55.018" v="2261"/>
        <pc:sldMkLst>
          <pc:docMk/>
          <pc:sldMk cId="1997864477" sldId="480"/>
        </pc:sldMkLst>
      </pc:sldChg>
      <pc:sldChg chg="addSp modSp add mod modClrScheme chgLayout">
        <pc:chgData name="Stefani, Alexander" userId="e319f3de-b3fc-4521-bfee-ebde852756ea" providerId="ADAL" clId="{258172F7-1E80-4324-9FBC-01340A243E79}" dt="2025-04-27T20:32:38.823" v="2208" actId="20577"/>
        <pc:sldMkLst>
          <pc:docMk/>
          <pc:sldMk cId="2067896873" sldId="481"/>
        </pc:sldMkLst>
      </pc:sldChg>
      <pc:sldChg chg="modSp add del mod">
        <pc:chgData name="Stefani, Alexander" userId="e319f3de-b3fc-4521-bfee-ebde852756ea" providerId="ADAL" clId="{258172F7-1E80-4324-9FBC-01340A243E79}" dt="2025-04-24T12:16:31.442" v="384" actId="47"/>
        <pc:sldMkLst>
          <pc:docMk/>
          <pc:sldMk cId="2700706714" sldId="481"/>
        </pc:sldMkLst>
      </pc:sldChg>
      <pc:sldChg chg="addSp modSp add mod ord modClrScheme chgLayout">
        <pc:chgData name="Stefani, Alexander" userId="e319f3de-b3fc-4521-bfee-ebde852756ea" providerId="ADAL" clId="{258172F7-1E80-4324-9FBC-01340A243E79}" dt="2025-05-24T15:35:12.447" v="4475" actId="20577"/>
        <pc:sldMkLst>
          <pc:docMk/>
          <pc:sldMk cId="3058790091" sldId="482"/>
        </pc:sldMkLst>
      </pc:sldChg>
      <pc:sldChg chg="addSp modSp add mod modClrScheme chgLayout">
        <pc:chgData name="Stefani, Alexander" userId="e319f3de-b3fc-4521-bfee-ebde852756ea" providerId="ADAL" clId="{258172F7-1E80-4324-9FBC-01340A243E79}" dt="2025-04-30T15:30:45.839" v="3441" actId="20577"/>
        <pc:sldMkLst>
          <pc:docMk/>
          <pc:sldMk cId="2617279784" sldId="483"/>
        </pc:sldMkLst>
      </pc:sldChg>
      <pc:sldChg chg="addSp delSp modSp add mod modClrScheme chgLayout">
        <pc:chgData name="Stefani, Alexander" userId="e319f3de-b3fc-4521-bfee-ebde852756ea" providerId="ADAL" clId="{258172F7-1E80-4324-9FBC-01340A243E79}" dt="2025-04-30T13:36:52.400" v="3058" actId="700"/>
        <pc:sldMkLst>
          <pc:docMk/>
          <pc:sldMk cId="3220833645" sldId="484"/>
        </pc:sldMkLst>
      </pc:sldChg>
      <pc:sldChg chg="add">
        <pc:chgData name="Stefani, Alexander" userId="e319f3de-b3fc-4521-bfee-ebde852756ea" providerId="ADAL" clId="{258172F7-1E80-4324-9FBC-01340A243E79}" dt="2025-04-30T13:48:18.464" v="3059"/>
        <pc:sldMkLst>
          <pc:docMk/>
          <pc:sldMk cId="1291786603" sldId="485"/>
        </pc:sldMkLst>
      </pc:sldChg>
    </pc:docChg>
  </pc:docChgLst>
  <pc:docChgLst>
    <pc:chgData name="Stefani, Alexander" userId="e319f3de-b3fc-4521-bfee-ebde852756ea" providerId="ADAL" clId="{7B8EEED9-A4DA-4F66-849D-DCF4CA7D2BC8}"/>
    <pc:docChg chg="undo redo custSel addSld delSld modSld sldOrd modMainMaster addSection delSection modSection">
      <pc:chgData name="Stefani, Alexander" userId="e319f3de-b3fc-4521-bfee-ebde852756ea" providerId="ADAL" clId="{7B8EEED9-A4DA-4F66-849D-DCF4CA7D2BC8}" dt="2025-09-04T21:14:49.165" v="25034" actId="6549"/>
      <pc:docMkLst>
        <pc:docMk/>
      </pc:docMkLst>
      <pc:sldChg chg="modSp mod">
        <pc:chgData name="Stefani, Alexander" userId="e319f3de-b3fc-4521-bfee-ebde852756ea" providerId="ADAL" clId="{7B8EEED9-A4DA-4F66-849D-DCF4CA7D2BC8}" dt="2025-08-20T15:53:35.448" v="23366" actId="20577"/>
        <pc:sldMkLst>
          <pc:docMk/>
          <pc:sldMk cId="1327161989" sldId="256"/>
        </pc:sldMkLst>
      </pc:sldChg>
      <pc:sldChg chg="addSp delSp modSp new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2766041817" sldId="257"/>
        </pc:sldMkLst>
      </pc:sldChg>
      <pc:sldChg chg="modSp new mod ord">
        <pc:chgData name="Stefani, Alexander" userId="e319f3de-b3fc-4521-bfee-ebde852756ea" providerId="ADAL" clId="{7B8EEED9-A4DA-4F66-849D-DCF4CA7D2BC8}" dt="2025-08-20T15:19:52.271" v="23101"/>
        <pc:sldMkLst>
          <pc:docMk/>
          <pc:sldMk cId="1411224502" sldId="258"/>
        </pc:sldMkLst>
      </pc:sldChg>
      <pc:sldChg chg="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1102192887" sldId="259"/>
        </pc:sldMkLst>
      </pc:sldChg>
      <pc:sldChg chg="addSp delSp modSp new mod ord modClrScheme chgLayout">
        <pc:chgData name="Stefani, Alexander" userId="e319f3de-b3fc-4521-bfee-ebde852756ea" providerId="ADAL" clId="{7B8EEED9-A4DA-4F66-849D-DCF4CA7D2BC8}" dt="2025-09-04T13:27:45.260" v="24626" actId="20577"/>
        <pc:sldMkLst>
          <pc:docMk/>
          <pc:sldMk cId="2270910221" sldId="260"/>
        </pc:sldMkLst>
        <pc:spChg chg="add mod ord">
          <ac:chgData name="Stefani, Alexander" userId="e319f3de-b3fc-4521-bfee-ebde852756ea" providerId="ADAL" clId="{7B8EEED9-A4DA-4F66-849D-DCF4CA7D2BC8}" dt="2025-09-04T13:27:45.260" v="24626" actId="20577"/>
          <ac:spMkLst>
            <pc:docMk/>
            <pc:sldMk cId="2270910221" sldId="260"/>
            <ac:spMk id="10" creationId="{8EBA1208-8203-9BF8-17BF-CF3DC0C06BB3}"/>
          </ac:spMkLst>
        </pc:spChg>
      </pc:sldChg>
      <pc:sldChg chg="addSp delSp modSp add mod ord modClrScheme chgLayout">
        <pc:chgData name="Stefani, Alexander" userId="e319f3de-b3fc-4521-bfee-ebde852756ea" providerId="ADAL" clId="{7B8EEED9-A4DA-4F66-849D-DCF4CA7D2BC8}" dt="2025-08-21T13:41:37.647" v="24437" actId="20577"/>
        <pc:sldMkLst>
          <pc:docMk/>
          <pc:sldMk cId="1937243779" sldId="261"/>
        </pc:sldMkLst>
      </pc:sldChg>
      <pc:sldChg chg="modSp new mod ord">
        <pc:chgData name="Stefani, Alexander" userId="e319f3de-b3fc-4521-bfee-ebde852756ea" providerId="ADAL" clId="{7B8EEED9-A4DA-4F66-849D-DCF4CA7D2BC8}" dt="2025-09-04T13:27:56.275" v="24628" actId="20577"/>
        <pc:sldMkLst>
          <pc:docMk/>
          <pc:sldMk cId="2886358618" sldId="262"/>
        </pc:sldMkLst>
        <pc:spChg chg="mod">
          <ac:chgData name="Stefani, Alexander" userId="e319f3de-b3fc-4521-bfee-ebde852756ea" providerId="ADAL" clId="{7B8EEED9-A4DA-4F66-849D-DCF4CA7D2BC8}" dt="2025-09-04T13:27:56.275" v="24628" actId="20577"/>
          <ac:spMkLst>
            <pc:docMk/>
            <pc:sldMk cId="2886358618" sldId="262"/>
            <ac:spMk id="3" creationId="{BB9F38D6-9403-DB5F-7378-8FF28FACEA7E}"/>
          </ac:spMkLst>
        </pc:spChg>
      </pc:sldChg>
      <pc:sldChg chg="modSp add del mod">
        <pc:chgData name="Stefani, Alexander" userId="e319f3de-b3fc-4521-bfee-ebde852756ea" providerId="ADAL" clId="{7B8EEED9-A4DA-4F66-849D-DCF4CA7D2BC8}" dt="2025-07-29T17:29:10.919" v="8464" actId="47"/>
        <pc:sldMkLst>
          <pc:docMk/>
          <pc:sldMk cId="1134289790" sldId="263"/>
        </pc:sldMkLst>
      </pc:sldChg>
      <pc:sldChg chg="addSp delSp modSp new add del mod modClrScheme chgLayout">
        <pc:chgData name="Stefani, Alexander" userId="e319f3de-b3fc-4521-bfee-ebde852756ea" providerId="ADAL" clId="{7B8EEED9-A4DA-4F66-849D-DCF4CA7D2BC8}" dt="2025-07-29T17:29:13.150" v="8465" actId="47"/>
        <pc:sldMkLst>
          <pc:docMk/>
          <pc:sldMk cId="892754348" sldId="264"/>
        </pc:sldMkLst>
      </pc:sldChg>
      <pc:sldChg chg="modSp new mod ord">
        <pc:chgData name="Stefani, Alexander" userId="e319f3de-b3fc-4521-bfee-ebde852756ea" providerId="ADAL" clId="{7B8EEED9-A4DA-4F66-849D-DCF4CA7D2BC8}" dt="2025-08-21T13:46:50.169" v="24532" actId="207"/>
        <pc:sldMkLst>
          <pc:docMk/>
          <pc:sldMk cId="3031149456" sldId="265"/>
        </pc:sldMkLst>
      </pc:sldChg>
      <pc:sldChg chg="modSp add mod ord">
        <pc:chgData name="Stefani, Alexander" userId="e319f3de-b3fc-4521-bfee-ebde852756ea" providerId="ADAL" clId="{7B8EEED9-A4DA-4F66-849D-DCF4CA7D2BC8}" dt="2025-08-21T13:47:03.677" v="24540" actId="20577"/>
        <pc:sldMkLst>
          <pc:docMk/>
          <pc:sldMk cId="1978380648" sldId="266"/>
        </pc:sldMkLst>
      </pc:sldChg>
      <pc:sldChg chg="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2010957230" sldId="267"/>
        </pc:sldMkLst>
      </pc:sldChg>
      <pc:sldChg chg="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1250673302" sldId="268"/>
        </pc:sldMkLst>
      </pc:sldChg>
      <pc:sldChg chg="addSp 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2763991588" sldId="269"/>
        </pc:sldMkLst>
      </pc:sldChg>
      <pc:sldChg chg="addSp delSp modSp add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498968143" sldId="270"/>
        </pc:sldMkLst>
      </pc:sldChg>
      <pc:sldChg chg="addSp delSp modSp add mod ord modClrScheme chgLayout">
        <pc:chgData name="Stefani, Alexander" userId="e319f3de-b3fc-4521-bfee-ebde852756ea" providerId="ADAL" clId="{7B8EEED9-A4DA-4F66-849D-DCF4CA7D2BC8}" dt="2025-08-21T13:45:23.571" v="24522" actId="14100"/>
        <pc:sldMkLst>
          <pc:docMk/>
          <pc:sldMk cId="2977545633" sldId="271"/>
        </pc:sldMkLst>
      </pc:sldChg>
      <pc:sldChg chg="addSp delSp modSp add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2086448969" sldId="272"/>
        </pc:sldMkLst>
      </pc:sldChg>
      <pc:sldChg chg="addSp delSp 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1691596180" sldId="273"/>
        </pc:sldMkLst>
      </pc:sldChg>
      <pc:sldChg chg="addSp delSp modSp new mod ord">
        <pc:chgData name="Stefani, Alexander" userId="e319f3de-b3fc-4521-bfee-ebde852756ea" providerId="ADAL" clId="{7B8EEED9-A4DA-4F66-849D-DCF4CA7D2BC8}" dt="2025-08-20T15:19:52.271" v="23101"/>
        <pc:sldMkLst>
          <pc:docMk/>
          <pc:sldMk cId="54311789" sldId="274"/>
        </pc:sldMkLst>
      </pc:sldChg>
      <pc:sldChg chg="addSp delSp modSp new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3227726912" sldId="275"/>
        </pc:sldMkLst>
      </pc:sldChg>
      <pc:sldChg chg="addSp delSp modSp new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611040056" sldId="276"/>
        </pc:sldMkLst>
      </pc:sldChg>
      <pc:sldChg chg="modSp new del mod">
        <pc:chgData name="Stefani, Alexander" userId="e319f3de-b3fc-4521-bfee-ebde852756ea" providerId="ADAL" clId="{7B8EEED9-A4DA-4F66-849D-DCF4CA7D2BC8}" dt="2025-07-29T17:02:31.646" v="7651" actId="47"/>
        <pc:sldMkLst>
          <pc:docMk/>
          <pc:sldMk cId="1542154225" sldId="277"/>
        </pc:sldMkLst>
      </pc:sldChg>
      <pc:sldChg chg="addSp 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1140754237" sldId="278"/>
        </pc:sldMkLst>
      </pc:sldChg>
      <pc:sldChg chg="addSp delSp modSp new del mod modClrScheme chgLayout">
        <pc:chgData name="Stefani, Alexander" userId="e319f3de-b3fc-4521-bfee-ebde852756ea" providerId="ADAL" clId="{7B8EEED9-A4DA-4F66-849D-DCF4CA7D2BC8}" dt="2025-07-29T17:07:25.354" v="7760" actId="47"/>
        <pc:sldMkLst>
          <pc:docMk/>
          <pc:sldMk cId="3116526508" sldId="279"/>
        </pc:sldMkLst>
      </pc:sldChg>
      <pc:sldChg chg="addSp delSp modSp add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1275952524" sldId="280"/>
        </pc:sldMkLst>
      </pc:sldChg>
      <pc:sldChg chg="addSp 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1140117797" sldId="281"/>
        </pc:sldMkLst>
      </pc:sldChg>
      <pc:sldChg chg="addSp delSp modSp add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386302160" sldId="282"/>
        </pc:sldMkLst>
      </pc:sldChg>
      <pc:sldChg chg="modSp add mod ord">
        <pc:chgData name="Stefani, Alexander" userId="e319f3de-b3fc-4521-bfee-ebde852756ea" providerId="ADAL" clId="{7B8EEED9-A4DA-4F66-849D-DCF4CA7D2BC8}" dt="2025-08-20T15:40:30.726" v="23324" actId="20577"/>
        <pc:sldMkLst>
          <pc:docMk/>
          <pc:sldMk cId="1866180930" sldId="283"/>
        </pc:sldMkLst>
      </pc:sldChg>
      <pc:sldChg chg="modSp add del mod">
        <pc:chgData name="Stefani, Alexander" userId="e319f3de-b3fc-4521-bfee-ebde852756ea" providerId="ADAL" clId="{7B8EEED9-A4DA-4F66-849D-DCF4CA7D2BC8}" dt="2025-07-30T16:26:55.818" v="8569" actId="47"/>
        <pc:sldMkLst>
          <pc:docMk/>
          <pc:sldMk cId="1697603365" sldId="284"/>
        </pc:sldMkLst>
      </pc:sldChg>
      <pc:sldChg chg="modSp new mod ord">
        <pc:chgData name="Stefani, Alexander" userId="e319f3de-b3fc-4521-bfee-ebde852756ea" providerId="ADAL" clId="{7B8EEED9-A4DA-4F66-849D-DCF4CA7D2BC8}" dt="2025-08-20T12:29:55.782" v="17240"/>
        <pc:sldMkLst>
          <pc:docMk/>
          <pc:sldMk cId="3520856205" sldId="285"/>
        </pc:sldMkLst>
      </pc:sldChg>
      <pc:sldChg chg="addSp delSp modSp new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1277458907" sldId="286"/>
        </pc:sldMkLst>
      </pc:sldChg>
      <pc:sldChg chg="addSp delSp modSp new mod ord modClrScheme chgLayout">
        <pc:chgData name="Stefani, Alexander" userId="e319f3de-b3fc-4521-bfee-ebde852756ea" providerId="ADAL" clId="{7B8EEED9-A4DA-4F66-849D-DCF4CA7D2BC8}" dt="2025-08-20T15:45:57.529" v="23362"/>
        <pc:sldMkLst>
          <pc:docMk/>
          <pc:sldMk cId="448029603" sldId="287"/>
        </pc:sldMkLst>
      </pc:sldChg>
      <pc:sldChg chg="new del">
        <pc:chgData name="Stefani, Alexander" userId="e319f3de-b3fc-4521-bfee-ebde852756ea" providerId="ADAL" clId="{7B8EEED9-A4DA-4F66-849D-DCF4CA7D2BC8}" dt="2025-07-30T16:43:46.352" v="9985" actId="47"/>
        <pc:sldMkLst>
          <pc:docMk/>
          <pc:sldMk cId="3093939244" sldId="287"/>
        </pc:sldMkLst>
      </pc:sldChg>
      <pc:sldChg chg="modSp new del mod">
        <pc:chgData name="Stefani, Alexander" userId="e319f3de-b3fc-4521-bfee-ebde852756ea" providerId="ADAL" clId="{7B8EEED9-A4DA-4F66-849D-DCF4CA7D2BC8}" dt="2025-07-30T17:01:22.594" v="11654" actId="47"/>
        <pc:sldMkLst>
          <pc:docMk/>
          <pc:sldMk cId="2796014331" sldId="288"/>
        </pc:sldMkLst>
      </pc:sldChg>
      <pc:sldChg chg="new del">
        <pc:chgData name="Stefani, Alexander" userId="e319f3de-b3fc-4521-bfee-ebde852756ea" providerId="ADAL" clId="{7B8EEED9-A4DA-4F66-849D-DCF4CA7D2BC8}" dt="2025-07-30T16:44:27.830" v="10021" actId="47"/>
        <pc:sldMkLst>
          <pc:docMk/>
          <pc:sldMk cId="3100237526" sldId="289"/>
        </pc:sldMkLst>
      </pc:sldChg>
      <pc:sldChg chg="modSp add del mod">
        <pc:chgData name="Stefani, Alexander" userId="e319f3de-b3fc-4521-bfee-ebde852756ea" providerId="ADAL" clId="{7B8EEED9-A4DA-4F66-849D-DCF4CA7D2BC8}" dt="2025-07-30T17:01:40.890" v="11669" actId="47"/>
        <pc:sldMkLst>
          <pc:docMk/>
          <pc:sldMk cId="3111614624" sldId="289"/>
        </pc:sldMkLst>
      </pc:sldChg>
      <pc:sldChg chg="modSp add del mod">
        <pc:chgData name="Stefani, Alexander" userId="e319f3de-b3fc-4521-bfee-ebde852756ea" providerId="ADAL" clId="{7B8EEED9-A4DA-4F66-849D-DCF4CA7D2BC8}" dt="2025-07-30T17:01:45.353" v="11670" actId="47"/>
        <pc:sldMkLst>
          <pc:docMk/>
          <pc:sldMk cId="4262786417" sldId="290"/>
        </pc:sldMkLst>
      </pc:sldChg>
      <pc:sldChg chg="addSp delSp 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2936031739" sldId="291"/>
        </pc:sldMkLst>
      </pc:sldChg>
      <pc:sldChg chg="addSp delSp 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2656302112" sldId="292"/>
        </pc:sldMkLst>
      </pc:sldChg>
      <pc:sldChg chg="modSp add del mod">
        <pc:chgData name="Stefani, Alexander" userId="e319f3de-b3fc-4521-bfee-ebde852756ea" providerId="ADAL" clId="{7B8EEED9-A4DA-4F66-849D-DCF4CA7D2BC8}" dt="2025-07-30T17:25:24.865" v="13683" actId="47"/>
        <pc:sldMkLst>
          <pc:docMk/>
          <pc:sldMk cId="55219788" sldId="293"/>
        </pc:sldMkLst>
      </pc:sldChg>
      <pc:sldChg chg="addSp delSp 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2264382569" sldId="294"/>
        </pc:sldMkLst>
      </pc:sldChg>
      <pc:sldChg chg="modSp new del mod">
        <pc:chgData name="Stefani, Alexander" userId="e319f3de-b3fc-4521-bfee-ebde852756ea" providerId="ADAL" clId="{7B8EEED9-A4DA-4F66-849D-DCF4CA7D2BC8}" dt="2025-07-30T17:55:22.340" v="14818" actId="47"/>
        <pc:sldMkLst>
          <pc:docMk/>
          <pc:sldMk cId="1263601742" sldId="295"/>
        </pc:sldMkLst>
      </pc:sldChg>
      <pc:sldChg chg="addSp delSp modSp add mod">
        <pc:chgData name="Stefani, Alexander" userId="e319f3de-b3fc-4521-bfee-ebde852756ea" providerId="ADAL" clId="{7B8EEED9-A4DA-4F66-849D-DCF4CA7D2BC8}" dt="2025-07-30T18:02:08.235" v="15016" actId="20577"/>
        <pc:sldMkLst>
          <pc:docMk/>
          <pc:sldMk cId="4183341289" sldId="296"/>
        </pc:sldMkLst>
      </pc:sldChg>
      <pc:sldChg chg="modSp add mod ord modAnim chgLayout">
        <pc:chgData name="Stefani, Alexander" userId="e319f3de-b3fc-4521-bfee-ebde852756ea" providerId="ADAL" clId="{7B8EEED9-A4DA-4F66-849D-DCF4CA7D2BC8}" dt="2025-07-31T20:13:08.618" v="15163" actId="20577"/>
        <pc:sldMkLst>
          <pc:docMk/>
          <pc:sldMk cId="2812868560" sldId="318"/>
        </pc:sldMkLst>
      </pc:sldChg>
      <pc:sldChg chg="modSp new mod">
        <pc:chgData name="Stefani, Alexander" userId="e319f3de-b3fc-4521-bfee-ebde852756ea" providerId="ADAL" clId="{7B8EEED9-A4DA-4F66-849D-DCF4CA7D2BC8}" dt="2025-08-20T12:26:56.621" v="17225" actId="20577"/>
        <pc:sldMkLst>
          <pc:docMk/>
          <pc:sldMk cId="539474432" sldId="319"/>
        </pc:sldMkLst>
      </pc:sldChg>
      <pc:sldChg chg="modSp add mod ord">
        <pc:chgData name="Stefani, Alexander" userId="e319f3de-b3fc-4521-bfee-ebde852756ea" providerId="ADAL" clId="{7B8EEED9-A4DA-4F66-849D-DCF4CA7D2BC8}" dt="2025-08-20T15:53:48.056" v="23368"/>
        <pc:sldMkLst>
          <pc:docMk/>
          <pc:sldMk cId="292773880" sldId="320"/>
        </pc:sldMkLst>
      </pc:sldChg>
      <pc:sldChg chg="addSp delSp modSp add mod ord">
        <pc:chgData name="Stefani, Alexander" userId="e319f3de-b3fc-4521-bfee-ebde852756ea" providerId="ADAL" clId="{7B8EEED9-A4DA-4F66-849D-DCF4CA7D2BC8}" dt="2025-08-20T15:14:21.476" v="23074" actId="20577"/>
        <pc:sldMkLst>
          <pc:docMk/>
          <pc:sldMk cId="877582238" sldId="321"/>
        </pc:sldMkLst>
      </pc:sldChg>
      <pc:sldChg chg="modSp add mod">
        <pc:chgData name="Stefani, Alexander" userId="e319f3de-b3fc-4521-bfee-ebde852756ea" providerId="ADAL" clId="{7B8EEED9-A4DA-4F66-849D-DCF4CA7D2BC8}" dt="2025-08-20T15:53:12.914" v="23363"/>
        <pc:sldMkLst>
          <pc:docMk/>
          <pc:sldMk cId="1546082264" sldId="322"/>
        </pc:sldMkLst>
      </pc:sldChg>
      <pc:sldChg chg="addSp delSp modSp add mod ord modClrScheme chgLayout">
        <pc:chgData name="Stefani, Alexander" userId="e319f3de-b3fc-4521-bfee-ebde852756ea" providerId="ADAL" clId="{7B8EEED9-A4DA-4F66-849D-DCF4CA7D2BC8}" dt="2025-08-20T15:19:52.271" v="23101"/>
        <pc:sldMkLst>
          <pc:docMk/>
          <pc:sldMk cId="84982255" sldId="323"/>
        </pc:sldMkLst>
      </pc:sldChg>
      <pc:sldChg chg="modSp add del mod">
        <pc:chgData name="Stefani, Alexander" userId="e319f3de-b3fc-4521-bfee-ebde852756ea" providerId="ADAL" clId="{7B8EEED9-A4DA-4F66-849D-DCF4CA7D2BC8}" dt="2025-08-20T12:35:08.942" v="17302" actId="47"/>
        <pc:sldMkLst>
          <pc:docMk/>
          <pc:sldMk cId="2273757976" sldId="323"/>
        </pc:sldMkLst>
      </pc:sldChg>
      <pc:sldChg chg="modSp add mod ord">
        <pc:chgData name="Stefani, Alexander" userId="e319f3de-b3fc-4521-bfee-ebde852756ea" providerId="ADAL" clId="{7B8EEED9-A4DA-4F66-849D-DCF4CA7D2BC8}" dt="2025-08-20T15:19:52.271" v="23101"/>
        <pc:sldMkLst>
          <pc:docMk/>
          <pc:sldMk cId="702191327" sldId="324"/>
        </pc:sldMkLst>
      </pc:sldChg>
      <pc:sldChg chg="modSp add mod ord">
        <pc:chgData name="Stefani, Alexander" userId="e319f3de-b3fc-4521-bfee-ebde852756ea" providerId="ADAL" clId="{7B8EEED9-A4DA-4F66-849D-DCF4CA7D2BC8}" dt="2025-08-21T13:44:27.564" v="24478" actId="20577"/>
        <pc:sldMkLst>
          <pc:docMk/>
          <pc:sldMk cId="1671953449" sldId="325"/>
        </pc:sldMkLst>
      </pc:sldChg>
      <pc:sldChg chg="modSp add del mod">
        <pc:chgData name="Stefani, Alexander" userId="e319f3de-b3fc-4521-bfee-ebde852756ea" providerId="ADAL" clId="{7B8EEED9-A4DA-4F66-849D-DCF4CA7D2BC8}" dt="2025-08-20T15:19:19.676" v="23095" actId="47"/>
        <pc:sldMkLst>
          <pc:docMk/>
          <pc:sldMk cId="378140472" sldId="326"/>
        </pc:sldMkLst>
      </pc:sldChg>
      <pc:sldChg chg="modSp add del mod">
        <pc:chgData name="Stefani, Alexander" userId="e319f3de-b3fc-4521-bfee-ebde852756ea" providerId="ADAL" clId="{7B8EEED9-A4DA-4F66-849D-DCF4CA7D2BC8}" dt="2025-08-20T15:19:19.676" v="23095" actId="47"/>
        <pc:sldMkLst>
          <pc:docMk/>
          <pc:sldMk cId="3192982044" sldId="327"/>
        </pc:sldMkLst>
      </pc:sldChg>
      <pc:sldChg chg="modSp add del mod">
        <pc:chgData name="Stefani, Alexander" userId="e319f3de-b3fc-4521-bfee-ebde852756ea" providerId="ADAL" clId="{7B8EEED9-A4DA-4F66-849D-DCF4CA7D2BC8}" dt="2025-08-20T15:19:19.676" v="23095" actId="47"/>
        <pc:sldMkLst>
          <pc:docMk/>
          <pc:sldMk cId="2733290212" sldId="328"/>
        </pc:sldMkLst>
      </pc:sldChg>
      <pc:sldChg chg="new del">
        <pc:chgData name="Stefani, Alexander" userId="e319f3de-b3fc-4521-bfee-ebde852756ea" providerId="ADAL" clId="{7B8EEED9-A4DA-4F66-849D-DCF4CA7D2BC8}" dt="2025-08-20T14:12:28.770" v="20409" actId="47"/>
        <pc:sldMkLst>
          <pc:docMk/>
          <pc:sldMk cId="643441603" sldId="329"/>
        </pc:sldMkLst>
      </pc:sldChg>
      <pc:sldChg chg="modSp add del mod">
        <pc:chgData name="Stefani, Alexander" userId="e319f3de-b3fc-4521-bfee-ebde852756ea" providerId="ADAL" clId="{7B8EEED9-A4DA-4F66-849D-DCF4CA7D2BC8}" dt="2025-08-20T15:19:19.676" v="23095" actId="47"/>
        <pc:sldMkLst>
          <pc:docMk/>
          <pc:sldMk cId="285488056" sldId="330"/>
        </pc:sldMkLst>
      </pc:sldChg>
      <pc:sldChg chg="addSp delSp modSp new del mod modClrScheme chgLayout">
        <pc:chgData name="Stefani, Alexander" userId="e319f3de-b3fc-4521-bfee-ebde852756ea" providerId="ADAL" clId="{7B8EEED9-A4DA-4F66-849D-DCF4CA7D2BC8}" dt="2025-08-20T15:19:19.676" v="23095" actId="47"/>
        <pc:sldMkLst>
          <pc:docMk/>
          <pc:sldMk cId="1060061399" sldId="331"/>
        </pc:sldMkLst>
      </pc:sldChg>
      <pc:sldChg chg="new del">
        <pc:chgData name="Stefani, Alexander" userId="e319f3de-b3fc-4521-bfee-ebde852756ea" providerId="ADAL" clId="{7B8EEED9-A4DA-4F66-849D-DCF4CA7D2BC8}" dt="2025-08-20T14:22:10.994" v="20986" actId="47"/>
        <pc:sldMkLst>
          <pc:docMk/>
          <pc:sldMk cId="397832066" sldId="332"/>
        </pc:sldMkLst>
      </pc:sldChg>
      <pc:sldChg chg="add del">
        <pc:chgData name="Stefani, Alexander" userId="e319f3de-b3fc-4521-bfee-ebde852756ea" providerId="ADAL" clId="{7B8EEED9-A4DA-4F66-849D-DCF4CA7D2BC8}" dt="2025-08-20T15:19:19.676" v="23095" actId="47"/>
        <pc:sldMkLst>
          <pc:docMk/>
          <pc:sldMk cId="2457118784" sldId="333"/>
        </pc:sldMkLst>
      </pc:sldChg>
      <pc:sldChg chg="addSp delSp modSp new del mod ord">
        <pc:chgData name="Stefani, Alexander" userId="e319f3de-b3fc-4521-bfee-ebde852756ea" providerId="ADAL" clId="{7B8EEED9-A4DA-4F66-849D-DCF4CA7D2BC8}" dt="2025-08-20T15:05:04.430" v="22693" actId="47"/>
        <pc:sldMkLst>
          <pc:docMk/>
          <pc:sldMk cId="1604059316" sldId="334"/>
        </pc:sldMkLst>
      </pc:sldChg>
      <pc:sldChg chg="modSp add del mod">
        <pc:chgData name="Stefani, Alexander" userId="e319f3de-b3fc-4521-bfee-ebde852756ea" providerId="ADAL" clId="{7B8EEED9-A4DA-4F66-849D-DCF4CA7D2BC8}" dt="2025-08-20T15:16:32.035" v="23080" actId="47"/>
        <pc:sldMkLst>
          <pc:docMk/>
          <pc:sldMk cId="2422539740" sldId="335"/>
        </pc:sldMkLst>
      </pc:sldChg>
      <pc:sldChg chg="modSp add del mod">
        <pc:chgData name="Stefani, Alexander" userId="e319f3de-b3fc-4521-bfee-ebde852756ea" providerId="ADAL" clId="{7B8EEED9-A4DA-4F66-849D-DCF4CA7D2BC8}" dt="2025-08-20T15:16:31.246" v="23079" actId="47"/>
        <pc:sldMkLst>
          <pc:docMk/>
          <pc:sldMk cId="2180131509" sldId="336"/>
        </pc:sldMkLst>
      </pc:sldChg>
      <pc:sldChg chg="modSp add del mod">
        <pc:chgData name="Stefani, Alexander" userId="e319f3de-b3fc-4521-bfee-ebde852756ea" providerId="ADAL" clId="{7B8EEED9-A4DA-4F66-849D-DCF4CA7D2BC8}" dt="2025-08-20T15:13:44.257" v="23010" actId="47"/>
        <pc:sldMkLst>
          <pc:docMk/>
          <pc:sldMk cId="2121471423" sldId="337"/>
        </pc:sldMkLst>
      </pc:sldChg>
      <pc:sldChg chg="add del">
        <pc:chgData name="Stefani, Alexander" userId="e319f3de-b3fc-4521-bfee-ebde852756ea" providerId="ADAL" clId="{7B8EEED9-A4DA-4F66-849D-DCF4CA7D2BC8}" dt="2025-08-20T15:13:00.871" v="22994" actId="47"/>
        <pc:sldMkLst>
          <pc:docMk/>
          <pc:sldMk cId="1581477644" sldId="338"/>
        </pc:sldMkLst>
      </pc:sldChg>
      <pc:sldChg chg="modSp new mod">
        <pc:chgData name="Stefani, Alexander" userId="e319f3de-b3fc-4521-bfee-ebde852756ea" providerId="ADAL" clId="{7B8EEED9-A4DA-4F66-849D-DCF4CA7D2BC8}" dt="2025-08-20T14:40:16.980" v="21879" actId="20577"/>
        <pc:sldMkLst>
          <pc:docMk/>
          <pc:sldMk cId="649156488" sldId="339"/>
        </pc:sldMkLst>
      </pc:sldChg>
      <pc:sldChg chg="modSp add mod">
        <pc:chgData name="Stefani, Alexander" userId="e319f3de-b3fc-4521-bfee-ebde852756ea" providerId="ADAL" clId="{7B8EEED9-A4DA-4F66-849D-DCF4CA7D2BC8}" dt="2025-08-20T14:44:56.432" v="22152" actId="20577"/>
        <pc:sldMkLst>
          <pc:docMk/>
          <pc:sldMk cId="3818921447" sldId="340"/>
        </pc:sldMkLst>
      </pc:sldChg>
      <pc:sldChg chg="modSp add mod">
        <pc:chgData name="Stefani, Alexander" userId="e319f3de-b3fc-4521-bfee-ebde852756ea" providerId="ADAL" clId="{7B8EEED9-A4DA-4F66-849D-DCF4CA7D2BC8}" dt="2025-08-20T14:50:04.567" v="22405"/>
        <pc:sldMkLst>
          <pc:docMk/>
          <pc:sldMk cId="4136878838" sldId="341"/>
        </pc:sldMkLst>
      </pc:sldChg>
      <pc:sldChg chg="addSp delSp modSp add mod modClrScheme chgLayout">
        <pc:chgData name="Stefani, Alexander" userId="e319f3de-b3fc-4521-bfee-ebde852756ea" providerId="ADAL" clId="{7B8EEED9-A4DA-4F66-849D-DCF4CA7D2BC8}" dt="2025-08-20T15:15:24.972" v="23078" actId="12"/>
        <pc:sldMkLst>
          <pc:docMk/>
          <pc:sldMk cId="906220140" sldId="342"/>
        </pc:sldMkLst>
      </pc:sldChg>
      <pc:sldChg chg="modSp add mod">
        <pc:chgData name="Stefani, Alexander" userId="e319f3de-b3fc-4521-bfee-ebde852756ea" providerId="ADAL" clId="{7B8EEED9-A4DA-4F66-849D-DCF4CA7D2BC8}" dt="2025-08-20T15:12:49.530" v="22993" actId="114"/>
        <pc:sldMkLst>
          <pc:docMk/>
          <pc:sldMk cId="408603375" sldId="343"/>
        </pc:sldMkLst>
      </pc:sldChg>
      <pc:sldChg chg="modSp add mod">
        <pc:chgData name="Stefani, Alexander" userId="e319f3de-b3fc-4521-bfee-ebde852756ea" providerId="ADAL" clId="{7B8EEED9-A4DA-4F66-849D-DCF4CA7D2BC8}" dt="2025-08-20T15:53:43.819" v="23367"/>
        <pc:sldMkLst>
          <pc:docMk/>
          <pc:sldMk cId="1975165725" sldId="344"/>
        </pc:sldMkLst>
      </pc:sldChg>
      <pc:sldChg chg="add del">
        <pc:chgData name="Stefani, Alexander" userId="e319f3de-b3fc-4521-bfee-ebde852756ea" providerId="ADAL" clId="{7B8EEED9-A4DA-4F66-849D-DCF4CA7D2BC8}" dt="2025-08-20T15:18:21.194" v="23089" actId="47"/>
        <pc:sldMkLst>
          <pc:docMk/>
          <pc:sldMk cId="881829647" sldId="345"/>
        </pc:sldMkLst>
      </pc:sldChg>
      <pc:sldChg chg="addSp delSp modSp add del mod ord">
        <pc:chgData name="Stefani, Alexander" userId="e319f3de-b3fc-4521-bfee-ebde852756ea" providerId="ADAL" clId="{7B8EEED9-A4DA-4F66-849D-DCF4CA7D2BC8}" dt="2025-09-04T14:49:22.903" v="24677" actId="14826"/>
        <pc:sldMkLst>
          <pc:docMk/>
          <pc:sldMk cId="2843491597" sldId="380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198765616" sldId="425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1485184754" sldId="426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3847636874" sldId="456"/>
        </pc:sldMkLst>
      </pc:sldChg>
      <pc:sldChg chg="modSp add del mod">
        <pc:chgData name="Stefani, Alexander" userId="e319f3de-b3fc-4521-bfee-ebde852756ea" providerId="ADAL" clId="{7B8EEED9-A4DA-4F66-849D-DCF4CA7D2BC8}" dt="2025-09-04T14:16:04.416" v="24674" actId="6549"/>
        <pc:sldMkLst>
          <pc:docMk/>
          <pc:sldMk cId="2772628510" sldId="457"/>
        </pc:sldMkLst>
        <pc:graphicFrameChg chg="modGraphic">
          <ac:chgData name="Stefani, Alexander" userId="e319f3de-b3fc-4521-bfee-ebde852756ea" providerId="ADAL" clId="{7B8EEED9-A4DA-4F66-849D-DCF4CA7D2BC8}" dt="2025-09-04T14:16:04.416" v="24674" actId="6549"/>
          <ac:graphicFrameMkLst>
            <pc:docMk/>
            <pc:sldMk cId="2772628510" sldId="457"/>
            <ac:graphicFrameMk id="7" creationId="{4B0EA0AB-89E3-C8A5-D553-573DC9D03AFD}"/>
          </ac:graphicFrameMkLst>
        </pc:graphicFrameChg>
      </pc:sldChg>
      <pc:sldChg chg="modSp add del mod">
        <pc:chgData name="Stefani, Alexander" userId="e319f3de-b3fc-4521-bfee-ebde852756ea" providerId="ADAL" clId="{7B8EEED9-A4DA-4F66-849D-DCF4CA7D2BC8}" dt="2025-08-21T13:06:55.761" v="24028" actId="2164"/>
        <pc:sldMkLst>
          <pc:docMk/>
          <pc:sldMk cId="1406468147" sldId="458"/>
        </pc:sldMkLst>
      </pc:sldChg>
      <pc:sldChg chg="modSp add del mod">
        <pc:chgData name="Stefani, Alexander" userId="e319f3de-b3fc-4521-bfee-ebde852756ea" providerId="ADAL" clId="{7B8EEED9-A4DA-4F66-849D-DCF4CA7D2BC8}" dt="2025-08-20T15:33:23.312" v="23273" actId="108"/>
        <pc:sldMkLst>
          <pc:docMk/>
          <pc:sldMk cId="4193810047" sldId="459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3590245751" sldId="460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2291253394" sldId="461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696923102" sldId="462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464504652" sldId="463"/>
        </pc:sldMkLst>
      </pc:sldChg>
      <pc:sldChg chg="modSp add del mod">
        <pc:chgData name="Stefani, Alexander" userId="e319f3de-b3fc-4521-bfee-ebde852756ea" providerId="ADAL" clId="{7B8EEED9-A4DA-4F66-849D-DCF4CA7D2BC8}" dt="2025-08-20T15:33:19.654" v="23272" actId="108"/>
        <pc:sldMkLst>
          <pc:docMk/>
          <pc:sldMk cId="716813228" sldId="464"/>
        </pc:sldMkLst>
      </pc:sldChg>
      <pc:sldChg chg="modSp add del mod">
        <pc:chgData name="Stefani, Alexander" userId="e319f3de-b3fc-4521-bfee-ebde852756ea" providerId="ADAL" clId="{7B8EEED9-A4DA-4F66-849D-DCF4CA7D2BC8}" dt="2025-08-20T15:33:54.511" v="23286" actId="20577"/>
        <pc:sldMkLst>
          <pc:docMk/>
          <pc:sldMk cId="4101192172" sldId="465"/>
        </pc:sldMkLst>
      </pc:sldChg>
      <pc:sldChg chg="modSp add del mod">
        <pc:chgData name="Stefani, Alexander" userId="e319f3de-b3fc-4521-bfee-ebde852756ea" providerId="ADAL" clId="{7B8EEED9-A4DA-4F66-849D-DCF4CA7D2BC8}" dt="2025-08-20T15:33:00.447" v="23269" actId="108"/>
        <pc:sldMkLst>
          <pc:docMk/>
          <pc:sldMk cId="2799834335" sldId="466"/>
        </pc:sldMkLst>
      </pc:sldChg>
      <pc:sldChg chg="modSp add del mod">
        <pc:chgData name="Stefani, Alexander" userId="e319f3de-b3fc-4521-bfee-ebde852756ea" providerId="ADAL" clId="{7B8EEED9-A4DA-4F66-849D-DCF4CA7D2BC8}" dt="2025-08-21T13:04:26.333" v="23983" actId="20577"/>
        <pc:sldMkLst>
          <pc:docMk/>
          <pc:sldMk cId="2922434964" sldId="468"/>
        </pc:sldMkLst>
      </pc:sldChg>
      <pc:sldChg chg="modSp add del mod">
        <pc:chgData name="Stefani, Alexander" userId="e319f3de-b3fc-4521-bfee-ebde852756ea" providerId="ADAL" clId="{7B8EEED9-A4DA-4F66-849D-DCF4CA7D2BC8}" dt="2025-08-20T15:32:19.448" v="23264" actId="108"/>
        <pc:sldMkLst>
          <pc:docMk/>
          <pc:sldMk cId="2190437152" sldId="469"/>
        </pc:sldMkLst>
      </pc:sldChg>
      <pc:sldChg chg="modSp add del mod">
        <pc:chgData name="Stefani, Alexander" userId="e319f3de-b3fc-4521-bfee-ebde852756ea" providerId="ADAL" clId="{7B8EEED9-A4DA-4F66-849D-DCF4CA7D2BC8}" dt="2025-08-21T12:19:30.175" v="23578"/>
        <pc:sldMkLst>
          <pc:docMk/>
          <pc:sldMk cId="700105688" sldId="470"/>
        </pc:sldMkLst>
      </pc:sldChg>
      <pc:sldChg chg="addSp delSp modSp add del mod modClrScheme chgLayout">
        <pc:chgData name="Stefani, Alexander" userId="e319f3de-b3fc-4521-bfee-ebde852756ea" providerId="ADAL" clId="{7B8EEED9-A4DA-4F66-849D-DCF4CA7D2BC8}" dt="2025-08-21T13:02:53.178" v="23979" actId="20577"/>
        <pc:sldMkLst>
          <pc:docMk/>
          <pc:sldMk cId="4097278553" sldId="471"/>
        </pc:sldMkLst>
      </pc:sldChg>
      <pc:sldChg chg="modSp add del mod">
        <pc:chgData name="Stefani, Alexander" userId="e319f3de-b3fc-4521-bfee-ebde852756ea" providerId="ADAL" clId="{7B8EEED9-A4DA-4F66-849D-DCF4CA7D2BC8}" dt="2025-08-20T15:33:04.981" v="23270" actId="108"/>
        <pc:sldMkLst>
          <pc:docMk/>
          <pc:sldMk cId="147478184" sldId="473"/>
        </pc:sldMkLst>
      </pc:sldChg>
      <pc:sldChg chg="modSp add del mod">
        <pc:chgData name="Stefani, Alexander" userId="e319f3de-b3fc-4521-bfee-ebde852756ea" providerId="ADAL" clId="{7B8EEED9-A4DA-4F66-849D-DCF4CA7D2BC8}" dt="2025-09-04T21:10:17.932" v="24687" actId="2164"/>
        <pc:sldMkLst>
          <pc:docMk/>
          <pc:sldMk cId="3380040980" sldId="475"/>
        </pc:sldMkLst>
        <pc:spChg chg="mod">
          <ac:chgData name="Stefani, Alexander" userId="e319f3de-b3fc-4521-bfee-ebde852756ea" providerId="ADAL" clId="{7B8EEED9-A4DA-4F66-849D-DCF4CA7D2BC8}" dt="2025-09-04T21:10:02.224" v="24682" actId="20577"/>
          <ac:spMkLst>
            <pc:docMk/>
            <pc:sldMk cId="3380040980" sldId="475"/>
            <ac:spMk id="2" creationId="{6A65CCB6-FAC6-1C24-6071-62F1228186A2}"/>
          </ac:spMkLst>
        </pc:spChg>
        <pc:graphicFrameChg chg="modGraphic">
          <ac:chgData name="Stefani, Alexander" userId="e319f3de-b3fc-4521-bfee-ebde852756ea" providerId="ADAL" clId="{7B8EEED9-A4DA-4F66-849D-DCF4CA7D2BC8}" dt="2025-09-04T21:10:17.932" v="24687" actId="2164"/>
          <ac:graphicFrameMkLst>
            <pc:docMk/>
            <pc:sldMk cId="3380040980" sldId="475"/>
            <ac:graphicFrameMk id="7" creationId="{BBD7E5DB-62D6-AAA8-CD48-3450C0CCBE50}"/>
          </ac:graphicFrameMkLst>
        </pc:graphicFrameChg>
      </pc:sldChg>
      <pc:sldChg chg="modSp add del mod">
        <pc:chgData name="Stefani, Alexander" userId="e319f3de-b3fc-4521-bfee-ebde852756ea" providerId="ADAL" clId="{7B8EEED9-A4DA-4F66-849D-DCF4CA7D2BC8}" dt="2025-08-20T15:34:57.650" v="23288" actId="404"/>
        <pc:sldMkLst>
          <pc:docMk/>
          <pc:sldMk cId="2219115023" sldId="476"/>
        </pc:sldMkLst>
      </pc:sldChg>
      <pc:sldChg chg="modSp add del mod">
        <pc:chgData name="Stefani, Alexander" userId="e319f3de-b3fc-4521-bfee-ebde852756ea" providerId="ADAL" clId="{7B8EEED9-A4DA-4F66-849D-DCF4CA7D2BC8}" dt="2025-08-20T15:33:11.833" v="23271" actId="108"/>
        <pc:sldMkLst>
          <pc:docMk/>
          <pc:sldMk cId="2825424365" sldId="477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2088171538" sldId="478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2853295308" sldId="479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1997864477" sldId="480"/>
        </pc:sldMkLst>
      </pc:sldChg>
      <pc:sldChg chg="modSp add del mod">
        <pc:chgData name="Stefani, Alexander" userId="e319f3de-b3fc-4521-bfee-ebde852756ea" providerId="ADAL" clId="{7B8EEED9-A4DA-4F66-849D-DCF4CA7D2BC8}" dt="2025-08-20T15:32:36.276" v="23266" actId="108"/>
        <pc:sldMkLst>
          <pc:docMk/>
          <pc:sldMk cId="2067896873" sldId="481"/>
        </pc:sldMkLst>
      </pc:sldChg>
      <pc:sldChg chg="modSp add del mod">
        <pc:chgData name="Stefani, Alexander" userId="e319f3de-b3fc-4521-bfee-ebde852756ea" providerId="ADAL" clId="{7B8EEED9-A4DA-4F66-849D-DCF4CA7D2BC8}" dt="2025-08-20T15:32:43.868" v="23267" actId="108"/>
        <pc:sldMkLst>
          <pc:docMk/>
          <pc:sldMk cId="3058790091" sldId="482"/>
        </pc:sldMkLst>
      </pc:sldChg>
      <pc:sldChg chg="modSp add del mod">
        <pc:chgData name="Stefani, Alexander" userId="e319f3de-b3fc-4521-bfee-ebde852756ea" providerId="ADAL" clId="{7B8EEED9-A4DA-4F66-849D-DCF4CA7D2BC8}" dt="2025-08-20T15:32:29.168" v="23265" actId="108"/>
        <pc:sldMkLst>
          <pc:docMk/>
          <pc:sldMk cId="2617279784" sldId="483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3220833645" sldId="484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1291786603" sldId="485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1315919332" sldId="486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2251654472" sldId="487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237294122" sldId="488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3392633933" sldId="489"/>
        </pc:sldMkLst>
      </pc:sldChg>
      <pc:sldChg chg="modSp add del mod">
        <pc:chgData name="Stefani, Alexander" userId="e319f3de-b3fc-4521-bfee-ebde852756ea" providerId="ADAL" clId="{7B8EEED9-A4DA-4F66-849D-DCF4CA7D2BC8}" dt="2025-08-20T15:33:33.017" v="23276" actId="108"/>
        <pc:sldMkLst>
          <pc:docMk/>
          <pc:sldMk cId="3730744529" sldId="490"/>
        </pc:sldMkLst>
      </pc:sldChg>
      <pc:sldChg chg="modSp add del mod">
        <pc:chgData name="Stefani, Alexander" userId="e319f3de-b3fc-4521-bfee-ebde852756ea" providerId="ADAL" clId="{7B8EEED9-A4DA-4F66-849D-DCF4CA7D2BC8}" dt="2025-08-20T15:33:37.557" v="23277" actId="108"/>
        <pc:sldMkLst>
          <pc:docMk/>
          <pc:sldMk cId="1124450432" sldId="491"/>
        </pc:sldMkLst>
      </pc:sldChg>
      <pc:sldChg chg="modSp add del mod">
        <pc:chgData name="Stefani, Alexander" userId="e319f3de-b3fc-4521-bfee-ebde852756ea" providerId="ADAL" clId="{7B8EEED9-A4DA-4F66-849D-DCF4CA7D2BC8}" dt="2025-08-20T15:32:55.281" v="23268" actId="108"/>
        <pc:sldMkLst>
          <pc:docMk/>
          <pc:sldMk cId="1341447097" sldId="492"/>
        </pc:sldMkLst>
      </pc:sldChg>
      <pc:sldChg chg="add del">
        <pc:chgData name="Stefani, Alexander" userId="e319f3de-b3fc-4521-bfee-ebde852756ea" providerId="ADAL" clId="{7B8EEED9-A4DA-4F66-849D-DCF4CA7D2BC8}" dt="2025-08-20T15:17:24.640" v="23081"/>
        <pc:sldMkLst>
          <pc:docMk/>
          <pc:sldMk cId="4233222444" sldId="493"/>
        </pc:sldMkLst>
      </pc:sldChg>
      <pc:sldChg chg="modSp add mod">
        <pc:chgData name="Stefani, Alexander" userId="e319f3de-b3fc-4521-bfee-ebde852756ea" providerId="ADAL" clId="{7B8EEED9-A4DA-4F66-849D-DCF4CA7D2BC8}" dt="2025-08-20T15:53:54.813" v="23369"/>
        <pc:sldMkLst>
          <pc:docMk/>
          <pc:sldMk cId="3500100399" sldId="494"/>
        </pc:sldMkLst>
      </pc:sldChg>
      <pc:sldChg chg="modSp add mod ord">
        <pc:chgData name="Stefani, Alexander" userId="e319f3de-b3fc-4521-bfee-ebde852756ea" providerId="ADAL" clId="{7B8EEED9-A4DA-4F66-849D-DCF4CA7D2BC8}" dt="2025-08-20T15:21:14.656" v="23151" actId="313"/>
        <pc:sldMkLst>
          <pc:docMk/>
          <pc:sldMk cId="1190873692" sldId="495"/>
        </pc:sldMkLst>
      </pc:sldChg>
      <pc:sldChg chg="modSp add mod">
        <pc:chgData name="Stefani, Alexander" userId="e319f3de-b3fc-4521-bfee-ebde852756ea" providerId="ADAL" clId="{7B8EEED9-A4DA-4F66-849D-DCF4CA7D2BC8}" dt="2025-08-20T15:21:37.203" v="23187" actId="20577"/>
        <pc:sldMkLst>
          <pc:docMk/>
          <pc:sldMk cId="450847162" sldId="496"/>
        </pc:sldMkLst>
      </pc:sldChg>
      <pc:sldChg chg="modSp add mod">
        <pc:chgData name="Stefani, Alexander" userId="e319f3de-b3fc-4521-bfee-ebde852756ea" providerId="ADAL" clId="{7B8EEED9-A4DA-4F66-849D-DCF4CA7D2BC8}" dt="2025-08-20T15:21:52.209" v="23194" actId="20577"/>
        <pc:sldMkLst>
          <pc:docMk/>
          <pc:sldMk cId="3305157993" sldId="497"/>
        </pc:sldMkLst>
      </pc:sldChg>
      <pc:sldChg chg="modSp add mod">
        <pc:chgData name="Stefani, Alexander" userId="e319f3de-b3fc-4521-bfee-ebde852756ea" providerId="ADAL" clId="{7B8EEED9-A4DA-4F66-849D-DCF4CA7D2BC8}" dt="2025-08-20T15:22:03.768" v="23203" actId="20577"/>
        <pc:sldMkLst>
          <pc:docMk/>
          <pc:sldMk cId="2330233948" sldId="498"/>
        </pc:sldMkLst>
      </pc:sldChg>
      <pc:sldChg chg="modSp add mod">
        <pc:chgData name="Stefani, Alexander" userId="e319f3de-b3fc-4521-bfee-ebde852756ea" providerId="ADAL" clId="{7B8EEED9-A4DA-4F66-849D-DCF4CA7D2BC8}" dt="2025-08-20T15:22:16.432" v="23220" actId="20577"/>
        <pc:sldMkLst>
          <pc:docMk/>
          <pc:sldMk cId="1291400737" sldId="499"/>
        </pc:sldMkLst>
      </pc:sldChg>
      <pc:sldChg chg="add del">
        <pc:chgData name="Stefani, Alexander" userId="e319f3de-b3fc-4521-bfee-ebde852756ea" providerId="ADAL" clId="{7B8EEED9-A4DA-4F66-849D-DCF4CA7D2BC8}" dt="2025-08-20T15:26:58.872" v="23229"/>
        <pc:sldMkLst>
          <pc:docMk/>
          <pc:sldMk cId="1195662812" sldId="500"/>
        </pc:sldMkLst>
      </pc:sldChg>
      <pc:sldChg chg="modSp add mod">
        <pc:chgData name="Stefani, Alexander" userId="e319f3de-b3fc-4521-bfee-ebde852756ea" providerId="ADAL" clId="{7B8EEED9-A4DA-4F66-849D-DCF4CA7D2BC8}" dt="2025-08-20T15:54:03.762" v="23370"/>
        <pc:sldMkLst>
          <pc:docMk/>
          <pc:sldMk cId="3617915888" sldId="500"/>
        </pc:sldMkLst>
      </pc:sldChg>
      <pc:sldChg chg="add del">
        <pc:chgData name="Stefani, Alexander" userId="e319f3de-b3fc-4521-bfee-ebde852756ea" providerId="ADAL" clId="{7B8EEED9-A4DA-4F66-849D-DCF4CA7D2BC8}" dt="2025-08-20T15:27:11.432" v="23231"/>
        <pc:sldMkLst>
          <pc:docMk/>
          <pc:sldMk cId="4222907919" sldId="500"/>
        </pc:sldMkLst>
      </pc:sldChg>
      <pc:sldChg chg="add del">
        <pc:chgData name="Stefani, Alexander" userId="e319f3de-b3fc-4521-bfee-ebde852756ea" providerId="ADAL" clId="{7B8EEED9-A4DA-4F66-849D-DCF4CA7D2BC8}" dt="2025-08-20T15:27:11.432" v="23231"/>
        <pc:sldMkLst>
          <pc:docMk/>
          <pc:sldMk cId="1600579602" sldId="501"/>
        </pc:sldMkLst>
      </pc:sldChg>
      <pc:sldChg chg="modSp add mod">
        <pc:chgData name="Stefani, Alexander" userId="e319f3de-b3fc-4521-bfee-ebde852756ea" providerId="ADAL" clId="{7B8EEED9-A4DA-4F66-849D-DCF4CA7D2BC8}" dt="2025-08-20T15:27:30.725" v="23237" actId="108"/>
        <pc:sldMkLst>
          <pc:docMk/>
          <pc:sldMk cId="3430141498" sldId="501"/>
        </pc:sldMkLst>
      </pc:sldChg>
      <pc:sldChg chg="add del">
        <pc:chgData name="Stefani, Alexander" userId="e319f3de-b3fc-4521-bfee-ebde852756ea" providerId="ADAL" clId="{7B8EEED9-A4DA-4F66-849D-DCF4CA7D2BC8}" dt="2025-08-20T15:26:58.872" v="23229"/>
        <pc:sldMkLst>
          <pc:docMk/>
          <pc:sldMk cId="4160332546" sldId="501"/>
        </pc:sldMkLst>
      </pc:sldChg>
      <pc:sldChg chg="modSp add del mod">
        <pc:chgData name="Stefani, Alexander" userId="e319f3de-b3fc-4521-bfee-ebde852756ea" providerId="ADAL" clId="{7B8EEED9-A4DA-4F66-849D-DCF4CA7D2BC8}" dt="2025-08-20T15:37:47.729" v="23305" actId="403"/>
        <pc:sldMkLst>
          <pc:docMk/>
          <pc:sldMk cId="3985692590" sldId="502"/>
        </pc:sldMkLst>
      </pc:sldChg>
      <pc:sldChg chg="modSp add del mod">
        <pc:chgData name="Stefani, Alexander" userId="e319f3de-b3fc-4521-bfee-ebde852756ea" providerId="ADAL" clId="{7B8EEED9-A4DA-4F66-849D-DCF4CA7D2BC8}" dt="2025-08-20T15:37:52.192" v="23306" actId="403"/>
        <pc:sldMkLst>
          <pc:docMk/>
          <pc:sldMk cId="2133125544" sldId="503"/>
        </pc:sldMkLst>
      </pc:sldChg>
      <pc:sldChg chg="modSp add del mod">
        <pc:chgData name="Stefani, Alexander" userId="e319f3de-b3fc-4521-bfee-ebde852756ea" providerId="ADAL" clId="{7B8EEED9-A4DA-4F66-849D-DCF4CA7D2BC8}" dt="2025-08-20T15:37:56.557" v="23307" actId="403"/>
        <pc:sldMkLst>
          <pc:docMk/>
          <pc:sldMk cId="770411011" sldId="504"/>
        </pc:sldMkLst>
      </pc:sldChg>
      <pc:sldChg chg="modSp add del mod">
        <pc:chgData name="Stefani, Alexander" userId="e319f3de-b3fc-4521-bfee-ebde852756ea" providerId="ADAL" clId="{7B8EEED9-A4DA-4F66-849D-DCF4CA7D2BC8}" dt="2025-08-20T15:38:01.090" v="23308" actId="403"/>
        <pc:sldMkLst>
          <pc:docMk/>
          <pc:sldMk cId="1245763136" sldId="505"/>
        </pc:sldMkLst>
      </pc:sldChg>
      <pc:sldChg chg="modSp add del mod">
        <pc:chgData name="Stefani, Alexander" userId="e319f3de-b3fc-4521-bfee-ebde852756ea" providerId="ADAL" clId="{7B8EEED9-A4DA-4F66-849D-DCF4CA7D2BC8}" dt="2025-08-20T15:38:07.236" v="23309" actId="403"/>
        <pc:sldMkLst>
          <pc:docMk/>
          <pc:sldMk cId="53238847" sldId="506"/>
        </pc:sldMkLst>
      </pc:sldChg>
      <pc:sldChg chg="modSp add del mod">
        <pc:chgData name="Stefani, Alexander" userId="e319f3de-b3fc-4521-bfee-ebde852756ea" providerId="ADAL" clId="{7B8EEED9-A4DA-4F66-849D-DCF4CA7D2BC8}" dt="2025-08-20T15:38:11.029" v="23310" actId="403"/>
        <pc:sldMkLst>
          <pc:docMk/>
          <pc:sldMk cId="2703637367" sldId="507"/>
        </pc:sldMkLst>
      </pc:sldChg>
      <pc:sldChg chg="modSp add del mod">
        <pc:chgData name="Stefani, Alexander" userId="e319f3de-b3fc-4521-bfee-ebde852756ea" providerId="ADAL" clId="{7B8EEED9-A4DA-4F66-849D-DCF4CA7D2BC8}" dt="2025-08-20T15:38:15.733" v="23311" actId="403"/>
        <pc:sldMkLst>
          <pc:docMk/>
          <pc:sldMk cId="4229415675" sldId="508"/>
        </pc:sldMkLst>
      </pc:sldChg>
      <pc:sldChg chg="modSp add del mod">
        <pc:chgData name="Stefani, Alexander" userId="e319f3de-b3fc-4521-bfee-ebde852756ea" providerId="ADAL" clId="{7B8EEED9-A4DA-4F66-849D-DCF4CA7D2BC8}" dt="2025-08-21T11:59:15.535" v="23453" actId="20577"/>
        <pc:sldMkLst>
          <pc:docMk/>
          <pc:sldMk cId="3772296189" sldId="509"/>
        </pc:sldMkLst>
      </pc:sldChg>
      <pc:sldChg chg="delSp modSp add del mod modClrScheme chgLayout">
        <pc:chgData name="Stefani, Alexander" userId="e319f3de-b3fc-4521-bfee-ebde852756ea" providerId="ADAL" clId="{7B8EEED9-A4DA-4F66-849D-DCF4CA7D2BC8}" dt="2025-08-21T12:00:34.306" v="23527"/>
        <pc:sldMkLst>
          <pc:docMk/>
          <pc:sldMk cId="1353114786" sldId="510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2992021812" sldId="511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3258992282" sldId="512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1912472801" sldId="514"/>
        </pc:sldMkLst>
      </pc:sldChg>
      <pc:sldChg chg="modSp add del mod">
        <pc:chgData name="Stefani, Alexander" userId="e319f3de-b3fc-4521-bfee-ebde852756ea" providerId="ADAL" clId="{7B8EEED9-A4DA-4F66-849D-DCF4CA7D2BC8}" dt="2025-08-21T14:03:57.343" v="24624" actId="27636"/>
        <pc:sldMkLst>
          <pc:docMk/>
          <pc:sldMk cId="2027650610" sldId="515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4027861568" sldId="516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2608194194" sldId="517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672957276" sldId="518"/>
        </pc:sldMkLst>
      </pc:sldChg>
      <pc:sldChg chg="modSp add del mod">
        <pc:chgData name="Stefani, Alexander" userId="e319f3de-b3fc-4521-bfee-ebde852756ea" providerId="ADAL" clId="{7B8EEED9-A4DA-4F66-849D-DCF4CA7D2BC8}" dt="2025-08-20T15:30:21.632" v="23250" actId="47"/>
        <pc:sldMkLst>
          <pc:docMk/>
          <pc:sldMk cId="1470794437" sldId="519"/>
        </pc:sldMkLst>
      </pc:sldChg>
      <pc:sldChg chg="modSp add del mod">
        <pc:chgData name="Stefani, Alexander" userId="e319f3de-b3fc-4521-bfee-ebde852756ea" providerId="ADAL" clId="{7B8EEED9-A4DA-4F66-849D-DCF4CA7D2BC8}" dt="2025-08-20T15:37:17.876" v="23299" actId="403"/>
        <pc:sldMkLst>
          <pc:docMk/>
          <pc:sldMk cId="2067780385" sldId="520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1899584007" sldId="521"/>
        </pc:sldMkLst>
      </pc:sldChg>
      <pc:sldChg chg="modSp add del mod">
        <pc:chgData name="Stefani, Alexander" userId="e319f3de-b3fc-4521-bfee-ebde852756ea" providerId="ADAL" clId="{7B8EEED9-A4DA-4F66-849D-DCF4CA7D2BC8}" dt="2025-08-20T15:37:27.388" v="23300" actId="403"/>
        <pc:sldMkLst>
          <pc:docMk/>
          <pc:sldMk cId="3436843967" sldId="522"/>
        </pc:sldMkLst>
      </pc:sldChg>
      <pc:sldChg chg="modSp add del mod">
        <pc:chgData name="Stefani, Alexander" userId="e319f3de-b3fc-4521-bfee-ebde852756ea" providerId="ADAL" clId="{7B8EEED9-A4DA-4F66-849D-DCF4CA7D2BC8}" dt="2025-08-20T15:37:31.074" v="23301" actId="403"/>
        <pc:sldMkLst>
          <pc:docMk/>
          <pc:sldMk cId="2006052658" sldId="523"/>
        </pc:sldMkLst>
      </pc:sldChg>
      <pc:sldChg chg="modSp add del mod">
        <pc:chgData name="Stefani, Alexander" userId="e319f3de-b3fc-4521-bfee-ebde852756ea" providerId="ADAL" clId="{7B8EEED9-A4DA-4F66-849D-DCF4CA7D2BC8}" dt="2025-08-20T15:37:35.974" v="23302" actId="403"/>
        <pc:sldMkLst>
          <pc:docMk/>
          <pc:sldMk cId="2888098329" sldId="524"/>
        </pc:sldMkLst>
      </pc:sldChg>
      <pc:sldChg chg="modSp add del mod">
        <pc:chgData name="Stefani, Alexander" userId="e319f3de-b3fc-4521-bfee-ebde852756ea" providerId="ADAL" clId="{7B8EEED9-A4DA-4F66-849D-DCF4CA7D2BC8}" dt="2025-08-20T15:37:39.487" v="23303" actId="403"/>
        <pc:sldMkLst>
          <pc:docMk/>
          <pc:sldMk cId="3774156200" sldId="525"/>
        </pc:sldMkLst>
      </pc:sldChg>
      <pc:sldChg chg="modSp add del mod">
        <pc:chgData name="Stefani, Alexander" userId="e319f3de-b3fc-4521-bfee-ebde852756ea" providerId="ADAL" clId="{7B8EEED9-A4DA-4F66-849D-DCF4CA7D2BC8}" dt="2025-08-20T15:37:43.406" v="23304" actId="403"/>
        <pc:sldMkLst>
          <pc:docMk/>
          <pc:sldMk cId="4146224857" sldId="526"/>
        </pc:sldMkLst>
      </pc:sldChg>
      <pc:sldChg chg="modSp add del mod">
        <pc:chgData name="Stefani, Alexander" userId="e319f3de-b3fc-4521-bfee-ebde852756ea" providerId="ADAL" clId="{7B8EEED9-A4DA-4F66-849D-DCF4CA7D2BC8}" dt="2025-08-20T15:31:32.499" v="23255" actId="108"/>
        <pc:sldMkLst>
          <pc:docMk/>
          <pc:sldMk cId="2619030268" sldId="527"/>
        </pc:sldMkLst>
      </pc:sldChg>
      <pc:sldChg chg="add del">
        <pc:chgData name="Stefani, Alexander" userId="e319f3de-b3fc-4521-bfee-ebde852756ea" providerId="ADAL" clId="{7B8EEED9-A4DA-4F66-849D-DCF4CA7D2BC8}" dt="2025-08-20T15:27:14.413" v="23232"/>
        <pc:sldMkLst>
          <pc:docMk/>
          <pc:sldMk cId="100523078" sldId="528"/>
        </pc:sldMkLst>
      </pc:sldChg>
      <pc:sldChg chg="modSp add del mod">
        <pc:chgData name="Stefani, Alexander" userId="e319f3de-b3fc-4521-bfee-ebde852756ea" providerId="ADAL" clId="{7B8EEED9-A4DA-4F66-849D-DCF4CA7D2BC8}" dt="2025-08-20T15:31:57.217" v="23262" actId="108"/>
        <pc:sldMkLst>
          <pc:docMk/>
          <pc:sldMk cId="3128068244" sldId="529"/>
        </pc:sldMkLst>
      </pc:sldChg>
      <pc:sldChg chg="add del">
        <pc:chgData name="Stefani, Alexander" userId="e319f3de-b3fc-4521-bfee-ebde852756ea" providerId="ADAL" clId="{7B8EEED9-A4DA-4F66-849D-DCF4CA7D2BC8}" dt="2025-08-20T15:30:19.068" v="23249"/>
        <pc:sldMkLst>
          <pc:docMk/>
          <pc:sldMk cId="995775264" sldId="530"/>
        </pc:sldMkLst>
      </pc:sldChg>
      <pc:sldChg chg="modSp add mod">
        <pc:chgData name="Stefani, Alexander" userId="e319f3de-b3fc-4521-bfee-ebde852756ea" providerId="ADAL" clId="{7B8EEED9-A4DA-4F66-849D-DCF4CA7D2BC8}" dt="2025-08-21T12:42:03.070" v="23934" actId="20577"/>
        <pc:sldMkLst>
          <pc:docMk/>
          <pc:sldMk cId="3555195403" sldId="530"/>
        </pc:sldMkLst>
      </pc:sldChg>
      <pc:sldChg chg="modSp add mod">
        <pc:chgData name="Stefani, Alexander" userId="e319f3de-b3fc-4521-bfee-ebde852756ea" providerId="ADAL" clId="{7B8EEED9-A4DA-4F66-849D-DCF4CA7D2BC8}" dt="2025-08-21T13:07:42.349" v="24083" actId="20577"/>
        <pc:sldMkLst>
          <pc:docMk/>
          <pc:sldMk cId="3711228711" sldId="531"/>
        </pc:sldMkLst>
      </pc:sldChg>
      <pc:sldChg chg="modSp add mod">
        <pc:chgData name="Stefani, Alexander" userId="e319f3de-b3fc-4521-bfee-ebde852756ea" providerId="ADAL" clId="{7B8EEED9-A4DA-4F66-849D-DCF4CA7D2BC8}" dt="2025-09-04T21:14:49.165" v="25034" actId="6549"/>
        <pc:sldMkLst>
          <pc:docMk/>
          <pc:sldMk cId="3772570636" sldId="532"/>
        </pc:sldMkLst>
        <pc:spChg chg="mod">
          <ac:chgData name="Stefani, Alexander" userId="e319f3de-b3fc-4521-bfee-ebde852756ea" providerId="ADAL" clId="{7B8EEED9-A4DA-4F66-849D-DCF4CA7D2BC8}" dt="2025-09-04T21:10:05.328" v="24684" actId="20577"/>
          <ac:spMkLst>
            <pc:docMk/>
            <pc:sldMk cId="3772570636" sldId="532"/>
            <ac:spMk id="2" creationId="{3260E462-B29B-366D-C903-C63186E5CDD1}"/>
          </ac:spMkLst>
        </pc:spChg>
        <pc:graphicFrameChg chg="mod modGraphic">
          <ac:chgData name="Stefani, Alexander" userId="e319f3de-b3fc-4521-bfee-ebde852756ea" providerId="ADAL" clId="{7B8EEED9-A4DA-4F66-849D-DCF4CA7D2BC8}" dt="2025-09-04T21:14:49.165" v="25034" actId="6549"/>
          <ac:graphicFrameMkLst>
            <pc:docMk/>
            <pc:sldMk cId="3772570636" sldId="532"/>
            <ac:graphicFrameMk id="7" creationId="{0FFB1357-A96D-C57C-532A-43A140E78696}"/>
          </ac:graphicFrameMkLst>
        </pc:graphicFrameChg>
      </pc:sldChg>
      <pc:sldMasterChg chg="modSp modSldLayout">
        <pc:chgData name="Stefani, Alexander" userId="e319f3de-b3fc-4521-bfee-ebde852756ea" providerId="ADAL" clId="{7B8EEED9-A4DA-4F66-849D-DCF4CA7D2BC8}" dt="2025-07-28T14:19:52.082" v="516" actId="404"/>
        <pc:sldMasterMkLst>
          <pc:docMk/>
          <pc:sldMasterMk cId="1909636072" sldId="2147483648"/>
        </pc:sldMasterMkLst>
        <pc:sldLayoutChg chg="modSp mod">
          <pc:chgData name="Stefani, Alexander" userId="e319f3de-b3fc-4521-bfee-ebde852756ea" providerId="ADAL" clId="{7B8EEED9-A4DA-4F66-849D-DCF4CA7D2BC8}" dt="2025-07-28T14:09:26.646" v="98" actId="1076"/>
          <pc:sldLayoutMkLst>
            <pc:docMk/>
            <pc:sldMasterMk cId="1909636072" sldId="2147483648"/>
            <pc:sldLayoutMk cId="1900121510" sldId="2147483652"/>
          </pc:sldLayoutMkLst>
        </pc:sldLayoutChg>
        <pc:sldLayoutChg chg="modSp">
          <pc:chgData name="Stefani, Alexander" userId="e319f3de-b3fc-4521-bfee-ebde852756ea" providerId="ADAL" clId="{7B8EEED9-A4DA-4F66-849D-DCF4CA7D2BC8}" dt="2025-07-28T14:19:46.876" v="514" actId="404"/>
          <pc:sldLayoutMkLst>
            <pc:docMk/>
            <pc:sldMasterMk cId="1909636072" sldId="2147483648"/>
            <pc:sldLayoutMk cId="654563713" sldId="2147483653"/>
          </pc:sldLayoutMkLst>
        </pc:sldLayoutChg>
        <pc:sldLayoutChg chg="modSp">
          <pc:chgData name="Stefani, Alexander" userId="e319f3de-b3fc-4521-bfee-ebde852756ea" providerId="ADAL" clId="{7B8EEED9-A4DA-4F66-849D-DCF4CA7D2BC8}" dt="2025-07-28T14:19:52.082" v="516" actId="404"/>
          <pc:sldLayoutMkLst>
            <pc:docMk/>
            <pc:sldMasterMk cId="1909636072" sldId="2147483648"/>
            <pc:sldLayoutMk cId="2655795258" sldId="2147483661"/>
          </pc:sldLayoutMkLst>
        </pc:sldLayoutChg>
        <pc:sldLayoutChg chg="modSp">
          <pc:chgData name="Stefani, Alexander" userId="e319f3de-b3fc-4521-bfee-ebde852756ea" providerId="ADAL" clId="{7B8EEED9-A4DA-4F66-849D-DCF4CA7D2BC8}" dt="2025-07-28T14:19:38.692" v="512" actId="404"/>
          <pc:sldLayoutMkLst>
            <pc:docMk/>
            <pc:sldMasterMk cId="1909636072" sldId="2147483648"/>
            <pc:sldLayoutMk cId="3045261665" sldId="2147483662"/>
          </pc:sldLayoutMkLst>
        </pc:sldLayoutChg>
      </pc:sldMasterChg>
    </pc:docChg>
  </pc:docChgLst>
  <pc:docChgLst>
    <pc:chgData name="Stefani, Alexander" userId="e319f3de-b3fc-4521-bfee-ebde852756ea" providerId="ADAL" clId="{1C921CBA-B273-4972-B600-351B3B26F70A}"/>
    <pc:docChg chg="undo redo custSel addSld delSld modSld sldOrd modMainMaster addSection delSection modSection">
      <pc:chgData name="Stefani, Alexander" userId="e319f3de-b3fc-4521-bfee-ebde852756ea" providerId="ADAL" clId="{1C921CBA-B273-4972-B600-351B3B26F70A}" dt="2025-03-22T16:34:01.054" v="10575" actId="20577"/>
      <pc:docMkLst>
        <pc:docMk/>
      </pc:docMkLst>
      <pc:sldChg chg="addSp delSp modSp mod chgLayout">
        <pc:chgData name="Stefani, Alexander" userId="e319f3de-b3fc-4521-bfee-ebde852756ea" providerId="ADAL" clId="{1C921CBA-B273-4972-B600-351B3B26F70A}" dt="2025-02-20T18:20:34.200" v="5125" actId="6264"/>
        <pc:sldMkLst>
          <pc:docMk/>
          <pc:sldMk cId="1327161989" sldId="256"/>
        </pc:sldMkLst>
      </pc:sldChg>
      <pc:sldChg chg="addSp delSp modSp mod chgLayout">
        <pc:chgData name="Stefani, Alexander" userId="e319f3de-b3fc-4521-bfee-ebde852756ea" providerId="ADAL" clId="{1C921CBA-B273-4972-B600-351B3B26F70A}" dt="2025-03-14T12:14:44.600" v="10502" actId="14826"/>
        <pc:sldMkLst>
          <pc:docMk/>
          <pc:sldMk cId="2843491597" sldId="380"/>
        </pc:sldMkLst>
      </pc:sldChg>
      <pc:sldChg chg="addSp delSp modSp mod chgLayout">
        <pc:chgData name="Stefani, Alexander" userId="e319f3de-b3fc-4521-bfee-ebde852756ea" providerId="ADAL" clId="{1C921CBA-B273-4972-B600-351B3B26F70A}" dt="2025-02-28T15:32:49.239" v="10264" actId="12385"/>
        <pc:sldMkLst>
          <pc:docMk/>
          <pc:sldMk cId="198765616" sldId="425"/>
        </pc:sldMkLst>
      </pc:sldChg>
      <pc:sldChg chg="addSp delSp modSp mod chgLayout">
        <pc:chgData name="Stefani, Alexander" userId="e319f3de-b3fc-4521-bfee-ebde852756ea" providerId="ADAL" clId="{1C921CBA-B273-4972-B600-351B3B26F70A}" dt="2025-02-28T15:33:46.448" v="10268" actId="12385"/>
        <pc:sldMkLst>
          <pc:docMk/>
          <pc:sldMk cId="1485184754" sldId="426"/>
        </pc:sldMkLst>
      </pc:sldChg>
      <pc:sldChg chg="addSp delSp modSp mod ord chgLayout">
        <pc:chgData name="Stefani, Alexander" userId="e319f3de-b3fc-4521-bfee-ebde852756ea" providerId="ADAL" clId="{1C921CBA-B273-4972-B600-351B3B26F70A}" dt="2025-02-28T15:33:38.689" v="10267" actId="12385"/>
        <pc:sldMkLst>
          <pc:docMk/>
          <pc:sldMk cId="4224631659" sldId="429"/>
        </pc:sldMkLst>
      </pc:sldChg>
      <pc:sldChg chg="addSp delSp modSp mod ord chgLayout">
        <pc:chgData name="Stefani, Alexander" userId="e319f3de-b3fc-4521-bfee-ebde852756ea" providerId="ADAL" clId="{1C921CBA-B273-4972-B600-351B3B26F70A}" dt="2025-02-20T18:20:34.200" v="5125" actId="6264"/>
        <pc:sldMkLst>
          <pc:docMk/>
          <pc:sldMk cId="2709877771" sldId="441"/>
        </pc:sldMkLst>
      </pc:sldChg>
      <pc:sldChg chg="addSp delSp modSp mod chgLayout">
        <pc:chgData name="Stefani, Alexander" userId="e319f3de-b3fc-4521-bfee-ebde852756ea" providerId="ADAL" clId="{1C921CBA-B273-4972-B600-351B3B26F70A}" dt="2025-02-28T15:33:49.436" v="10269" actId="12385"/>
        <pc:sldMkLst>
          <pc:docMk/>
          <pc:sldMk cId="3847636874" sldId="456"/>
        </pc:sldMkLst>
      </pc:sldChg>
      <pc:sldChg chg="addSp delSp modSp mod chgLayout">
        <pc:chgData name="Stefani, Alexander" userId="e319f3de-b3fc-4521-bfee-ebde852756ea" providerId="ADAL" clId="{1C921CBA-B273-4972-B600-351B3B26F70A}" dt="2025-02-28T15:33:51.722" v="10270" actId="12385"/>
        <pc:sldMkLst>
          <pc:docMk/>
          <pc:sldMk cId="2772628510" sldId="457"/>
        </pc:sldMkLst>
      </pc:sldChg>
      <pc:sldChg chg="addSp delSp modSp mod modClrScheme chgLayout">
        <pc:chgData name="Stefani, Alexander" userId="e319f3de-b3fc-4521-bfee-ebde852756ea" providerId="ADAL" clId="{1C921CBA-B273-4972-B600-351B3B26F70A}" dt="2025-02-28T15:35:59.118" v="10285" actId="20577"/>
        <pc:sldMkLst>
          <pc:docMk/>
          <pc:sldMk cId="1406468147" sldId="458"/>
        </pc:sldMkLst>
      </pc:sldChg>
      <pc:sldChg chg="addSp delSp modSp mod ord modClrScheme chgLayout">
        <pc:chgData name="Stefani, Alexander" userId="e319f3de-b3fc-4521-bfee-ebde852756ea" providerId="ADAL" clId="{1C921CBA-B273-4972-B600-351B3B26F70A}" dt="2025-03-22T16:34:01.054" v="10575" actId="20577"/>
        <pc:sldMkLst>
          <pc:docMk/>
          <pc:sldMk cId="4193810047" sldId="459"/>
        </pc:sldMkLst>
      </pc:sldChg>
      <pc:sldChg chg="addSp delSp modSp mod ord modClrScheme chgLayout">
        <pc:chgData name="Stefani, Alexander" userId="e319f3de-b3fc-4521-bfee-ebde852756ea" providerId="ADAL" clId="{1C921CBA-B273-4972-B600-351B3B26F70A}" dt="2025-02-26T12:30:20.924" v="9530"/>
        <pc:sldMkLst>
          <pc:docMk/>
          <pc:sldMk cId="3590245751" sldId="460"/>
        </pc:sldMkLst>
      </pc:sldChg>
      <pc:sldChg chg="addSp delSp modSp mod ord chgLayout">
        <pc:chgData name="Stefani, Alexander" userId="e319f3de-b3fc-4521-bfee-ebde852756ea" providerId="ADAL" clId="{1C921CBA-B273-4972-B600-351B3B26F70A}" dt="2025-02-26T12:30:23.758" v="9531"/>
        <pc:sldMkLst>
          <pc:docMk/>
          <pc:sldMk cId="2291253394" sldId="461"/>
        </pc:sldMkLst>
      </pc:sldChg>
      <pc:sldChg chg="addSp delSp modSp mod ord chgLayout">
        <pc:chgData name="Stefani, Alexander" userId="e319f3de-b3fc-4521-bfee-ebde852756ea" providerId="ADAL" clId="{1C921CBA-B273-4972-B600-351B3B26F70A}" dt="2025-02-26T12:30:09.816" v="9528"/>
        <pc:sldMkLst>
          <pc:docMk/>
          <pc:sldMk cId="696923102" sldId="462"/>
        </pc:sldMkLst>
      </pc:sldChg>
      <pc:sldChg chg="addSp delSp modSp mod ord modClrScheme chgLayout">
        <pc:chgData name="Stefani, Alexander" userId="e319f3de-b3fc-4521-bfee-ebde852756ea" providerId="ADAL" clId="{1C921CBA-B273-4972-B600-351B3B26F70A}" dt="2025-02-28T15:24:13.401" v="10225" actId="20577"/>
        <pc:sldMkLst>
          <pc:docMk/>
          <pc:sldMk cId="464504652" sldId="463"/>
        </pc:sldMkLst>
      </pc:sldChg>
      <pc:sldChg chg="addSp delSp modSp mod ord modClrScheme chgLayout">
        <pc:chgData name="Stefani, Alexander" userId="e319f3de-b3fc-4521-bfee-ebde852756ea" providerId="ADAL" clId="{1C921CBA-B273-4972-B600-351B3B26F70A}" dt="2025-02-23T22:57:02.288" v="6129" actId="14100"/>
        <pc:sldMkLst>
          <pc:docMk/>
          <pc:sldMk cId="716813228" sldId="464"/>
        </pc:sldMkLst>
      </pc:sldChg>
      <pc:sldChg chg="addSp delSp modSp mod modClrScheme chgLayout">
        <pc:chgData name="Stefani, Alexander" userId="e319f3de-b3fc-4521-bfee-ebde852756ea" providerId="ADAL" clId="{1C921CBA-B273-4972-B600-351B3B26F70A}" dt="2025-02-28T15:34:25.257" v="10273" actId="12385"/>
        <pc:sldMkLst>
          <pc:docMk/>
          <pc:sldMk cId="4101192172" sldId="465"/>
        </pc:sldMkLst>
      </pc:sldChg>
      <pc:sldChg chg="addSp delSp modSp mod ord modClrScheme chgLayout">
        <pc:chgData name="Stefani, Alexander" userId="e319f3de-b3fc-4521-bfee-ebde852756ea" providerId="ADAL" clId="{1C921CBA-B273-4972-B600-351B3B26F70A}" dt="2025-03-22T14:14:02.865" v="10566" actId="14734"/>
        <pc:sldMkLst>
          <pc:docMk/>
          <pc:sldMk cId="2799834335" sldId="466"/>
        </pc:sldMkLst>
      </pc:sldChg>
      <pc:sldChg chg="modSp del mod">
        <pc:chgData name="Stefani, Alexander" userId="e319f3de-b3fc-4521-bfee-ebde852756ea" providerId="ADAL" clId="{1C921CBA-B273-4972-B600-351B3B26F70A}" dt="2025-02-07T16:34:07.348" v="1673" actId="47"/>
        <pc:sldMkLst>
          <pc:docMk/>
          <pc:sldMk cId="3818645764" sldId="467"/>
        </pc:sldMkLst>
      </pc:sldChg>
      <pc:sldChg chg="addSp delSp modSp mod chgLayout">
        <pc:chgData name="Stefani, Alexander" userId="e319f3de-b3fc-4521-bfee-ebde852756ea" providerId="ADAL" clId="{1C921CBA-B273-4972-B600-351B3B26F70A}" dt="2025-02-28T15:36:25.627" v="10297" actId="2164"/>
        <pc:sldMkLst>
          <pc:docMk/>
          <pc:sldMk cId="2922434964" sldId="468"/>
        </pc:sldMkLst>
      </pc:sldChg>
      <pc:sldChg chg="addSp delSp modSp mod ord chgLayout">
        <pc:chgData name="Stefani, Alexander" userId="e319f3de-b3fc-4521-bfee-ebde852756ea" providerId="ADAL" clId="{1C921CBA-B273-4972-B600-351B3B26F70A}" dt="2025-02-28T15:33:28.182" v="10266" actId="12385"/>
        <pc:sldMkLst>
          <pc:docMk/>
          <pc:sldMk cId="2190437152" sldId="469"/>
        </pc:sldMkLst>
      </pc:sldChg>
      <pc:sldChg chg="addSp delSp modSp mod ord modClrScheme chgLayout">
        <pc:chgData name="Stefani, Alexander" userId="e319f3de-b3fc-4521-bfee-ebde852756ea" providerId="ADAL" clId="{1C921CBA-B273-4972-B600-351B3B26F70A}" dt="2025-02-28T15:52:43.533" v="10344" actId="20577"/>
        <pc:sldMkLst>
          <pc:docMk/>
          <pc:sldMk cId="700105688" sldId="470"/>
        </pc:sldMkLst>
      </pc:sldChg>
      <pc:sldChg chg="addSp delSp modSp mod modClrScheme chgLayout">
        <pc:chgData name="Stefani, Alexander" userId="e319f3de-b3fc-4521-bfee-ebde852756ea" providerId="ADAL" clId="{1C921CBA-B273-4972-B600-351B3B26F70A}" dt="2025-03-14T13:30:44.655" v="10564"/>
        <pc:sldMkLst>
          <pc:docMk/>
          <pc:sldMk cId="4097278553" sldId="471"/>
        </pc:sldMkLst>
      </pc:sldChg>
      <pc:sldChg chg="addSp delSp modSp add del mod ord modClrScheme chgLayout">
        <pc:chgData name="Stefani, Alexander" userId="e319f3de-b3fc-4521-bfee-ebde852756ea" providerId="ADAL" clId="{1C921CBA-B273-4972-B600-351B3B26F70A}" dt="2025-02-05T18:00:40.625" v="669" actId="47"/>
        <pc:sldMkLst>
          <pc:docMk/>
          <pc:sldMk cId="577428634" sldId="472"/>
        </pc:sldMkLst>
      </pc:sldChg>
      <pc:sldChg chg="addSp delSp modSp add mod ord modClrScheme chgLayout">
        <pc:chgData name="Stefani, Alexander" userId="e319f3de-b3fc-4521-bfee-ebde852756ea" providerId="ADAL" clId="{1C921CBA-B273-4972-B600-351B3B26F70A}" dt="2025-02-23T22:52:36.671" v="6100"/>
        <pc:sldMkLst>
          <pc:docMk/>
          <pc:sldMk cId="147478184" sldId="473"/>
        </pc:sldMkLst>
      </pc:sldChg>
      <pc:sldChg chg="modSp new del mod">
        <pc:chgData name="Stefani, Alexander" userId="e319f3de-b3fc-4521-bfee-ebde852756ea" providerId="ADAL" clId="{1C921CBA-B273-4972-B600-351B3B26F70A}" dt="2025-02-23T22:38:40.902" v="5630" actId="47"/>
        <pc:sldMkLst>
          <pc:docMk/>
          <pc:sldMk cId="3145527493" sldId="474"/>
        </pc:sldMkLst>
      </pc:sldChg>
      <pc:sldChg chg="modSp add mod">
        <pc:chgData name="Stefani, Alexander" userId="e319f3de-b3fc-4521-bfee-ebde852756ea" providerId="ADAL" clId="{1C921CBA-B273-4972-B600-351B3B26F70A}" dt="2025-02-28T15:49:59.929" v="10342" actId="20577"/>
        <pc:sldMkLst>
          <pc:docMk/>
          <pc:sldMk cId="3380040980" sldId="475"/>
        </pc:sldMkLst>
      </pc:sldChg>
      <pc:sldChg chg="addSp delSp modSp new mod modClrScheme chgLayout">
        <pc:chgData name="Stefani, Alexander" userId="e319f3de-b3fc-4521-bfee-ebde852756ea" providerId="ADAL" clId="{1C921CBA-B273-4972-B600-351B3B26F70A}" dt="2025-02-24T23:16:40.656" v="8836" actId="6549"/>
        <pc:sldMkLst>
          <pc:docMk/>
          <pc:sldMk cId="2219115023" sldId="476"/>
        </pc:sldMkLst>
      </pc:sldChg>
      <pc:sldChg chg="addSp modSp add mod modClrScheme chgLayout">
        <pc:chgData name="Stefani, Alexander" userId="e319f3de-b3fc-4521-bfee-ebde852756ea" providerId="ADAL" clId="{1C921CBA-B273-4972-B600-351B3B26F70A}" dt="2025-02-26T12:30:06.910" v="9527" actId="20577"/>
        <pc:sldMkLst>
          <pc:docMk/>
          <pc:sldMk cId="2825424365" sldId="477"/>
        </pc:sldMkLst>
      </pc:sldChg>
      <pc:sldChg chg="addSp delSp modSp add mod ord modClrScheme chgLayout">
        <pc:chgData name="Stefani, Alexander" userId="e319f3de-b3fc-4521-bfee-ebde852756ea" providerId="ADAL" clId="{1C921CBA-B273-4972-B600-351B3B26F70A}" dt="2025-02-28T15:35:18.164" v="10276" actId="12385"/>
        <pc:sldMkLst>
          <pc:docMk/>
          <pc:sldMk cId="2088171538" sldId="478"/>
        </pc:sldMkLst>
      </pc:sldChg>
      <pc:sldChg chg="addSp delSp modSp new mod modClrScheme chgLayout">
        <pc:chgData name="Stefani, Alexander" userId="e319f3de-b3fc-4521-bfee-ebde852756ea" providerId="ADAL" clId="{1C921CBA-B273-4972-B600-351B3B26F70A}" dt="2025-03-14T09:56:06.276" v="10501" actId="20577"/>
        <pc:sldMkLst>
          <pc:docMk/>
          <pc:sldMk cId="2853295308" sldId="479"/>
        </pc:sldMkLst>
      </pc:sldChg>
      <pc:sldChg chg="addSp delSp modSp add del mod modClrScheme chgLayout">
        <pc:chgData name="Stefani, Alexander" userId="e319f3de-b3fc-4521-bfee-ebde852756ea" providerId="ADAL" clId="{1C921CBA-B273-4972-B600-351B3B26F70A}" dt="2025-03-14T09:45:06.726" v="10393" actId="47"/>
        <pc:sldMkLst>
          <pc:docMk/>
          <pc:sldMk cId="2823740508" sldId="480"/>
        </pc:sldMkLst>
      </pc:sldChg>
      <pc:sldChg chg="new del">
        <pc:chgData name="Stefani, Alexander" userId="e319f3de-b3fc-4521-bfee-ebde852756ea" providerId="ADAL" clId="{1C921CBA-B273-4972-B600-351B3B26F70A}" dt="2025-03-14T09:34:54.615" v="10380" actId="680"/>
        <pc:sldMkLst>
          <pc:docMk/>
          <pc:sldMk cId="3737601629" sldId="480"/>
        </pc:sldMkLst>
      </pc:sldChg>
      <pc:sldMasterChg chg="modSp mod modSldLayout">
        <pc:chgData name="Stefani, Alexander" userId="e319f3de-b3fc-4521-bfee-ebde852756ea" providerId="ADAL" clId="{1C921CBA-B273-4972-B600-351B3B26F70A}" dt="2025-02-20T18:20:18.619" v="5124" actId="14100"/>
        <pc:sldMasterMkLst>
          <pc:docMk/>
          <pc:sldMasterMk cId="1909636072" sldId="2147483648"/>
        </pc:sldMasterMkLst>
        <pc:sldLayoutChg chg="modSp mod">
          <pc:chgData name="Stefani, Alexander" userId="e319f3de-b3fc-4521-bfee-ebde852756ea" providerId="ADAL" clId="{1C921CBA-B273-4972-B600-351B3B26F70A}" dt="2025-02-20T18:18:21.213" v="5069" actId="1076"/>
          <pc:sldLayoutMkLst>
            <pc:docMk/>
            <pc:sldMasterMk cId="1909636072" sldId="2147483648"/>
            <pc:sldLayoutMk cId="1900121510" sldId="2147483652"/>
          </pc:sldLayoutMkLst>
        </pc:sldLayoutChg>
        <pc:sldLayoutChg chg="modSp mod">
          <pc:chgData name="Stefani, Alexander" userId="e319f3de-b3fc-4521-bfee-ebde852756ea" providerId="ADAL" clId="{1C921CBA-B273-4972-B600-351B3B26F70A}" dt="2025-02-20T18:19:43.509" v="5105" actId="14100"/>
          <pc:sldLayoutMkLst>
            <pc:docMk/>
            <pc:sldMasterMk cId="1909636072" sldId="2147483648"/>
            <pc:sldLayoutMk cId="654563713" sldId="2147483653"/>
          </pc:sldLayoutMkLst>
        </pc:sldLayoutChg>
        <pc:sldLayoutChg chg="modSp mod">
          <pc:chgData name="Stefani, Alexander" userId="e319f3de-b3fc-4521-bfee-ebde852756ea" providerId="ADAL" clId="{1C921CBA-B273-4972-B600-351B3B26F70A}" dt="2025-02-20T18:19:16.907" v="5085" actId="14100"/>
          <pc:sldLayoutMkLst>
            <pc:docMk/>
            <pc:sldMasterMk cId="1909636072" sldId="2147483648"/>
            <pc:sldLayoutMk cId="1570037694" sldId="2147483660"/>
          </pc:sldLayoutMkLst>
        </pc:sldLayoutChg>
        <pc:sldLayoutChg chg="modSp mod">
          <pc:chgData name="Stefani, Alexander" userId="e319f3de-b3fc-4521-bfee-ebde852756ea" providerId="ADAL" clId="{1C921CBA-B273-4972-B600-351B3B26F70A}" dt="2025-02-20T18:20:18.619" v="5124" actId="14100"/>
          <pc:sldLayoutMkLst>
            <pc:docMk/>
            <pc:sldMasterMk cId="1909636072" sldId="2147483648"/>
            <pc:sldLayoutMk cId="2655795258" sldId="2147483661"/>
          </pc:sldLayoutMkLst>
        </pc:sldLayoutChg>
        <pc:sldLayoutChg chg="modSp mod">
          <pc:chgData name="Stefani, Alexander" userId="e319f3de-b3fc-4521-bfee-ebde852756ea" providerId="ADAL" clId="{1C921CBA-B273-4972-B600-351B3B26F70A}" dt="2025-02-20T18:18:10.782" v="5059" actId="14100"/>
          <pc:sldLayoutMkLst>
            <pc:docMk/>
            <pc:sldMasterMk cId="1909636072" sldId="2147483648"/>
            <pc:sldLayoutMk cId="3045261665" sldId="2147483662"/>
          </pc:sldLayoutMkLst>
        </pc:sldLayoutChg>
      </pc:sldMasterChg>
    </pc:docChg>
  </pc:docChgLst>
  <pc:docChgLst>
    <pc:chgData name="Stefani, Alexander" userId="e319f3de-b3fc-4521-bfee-ebde852756ea" providerId="ADAL" clId="{65AF4B8B-9132-4B6F-A14F-BE6197A3B5E7}"/>
    <pc:docChg chg="undo redo custSel addSld delSld modSld modSection">
      <pc:chgData name="Stefani, Alexander" userId="e319f3de-b3fc-4521-bfee-ebde852756ea" providerId="ADAL" clId="{65AF4B8B-9132-4B6F-A14F-BE6197A3B5E7}" dt="2025-07-23T14:54:26.301" v="4618" actId="20577"/>
      <pc:docMkLst>
        <pc:docMk/>
      </pc:docMkLst>
      <pc:sldChg chg="modSp del mod">
        <pc:chgData name="Stefani, Alexander" userId="e319f3de-b3fc-4521-bfee-ebde852756ea" providerId="ADAL" clId="{65AF4B8B-9132-4B6F-A14F-BE6197A3B5E7}" dt="2025-07-23T14:00:52.852" v="4224" actId="47"/>
        <pc:sldMkLst>
          <pc:docMk/>
          <pc:sldMk cId="4224631659" sldId="429"/>
        </pc:sldMkLst>
      </pc:sldChg>
      <pc:sldChg chg="modSp mod">
        <pc:chgData name="Stefani, Alexander" userId="e319f3de-b3fc-4521-bfee-ebde852756ea" providerId="ADAL" clId="{65AF4B8B-9132-4B6F-A14F-BE6197A3B5E7}" dt="2025-06-29T17:38:56.072" v="718" actId="20577"/>
        <pc:sldMkLst>
          <pc:docMk/>
          <pc:sldMk cId="1406468147" sldId="458"/>
        </pc:sldMkLst>
      </pc:sldChg>
      <pc:sldChg chg="modSp mod">
        <pc:chgData name="Stefani, Alexander" userId="e319f3de-b3fc-4521-bfee-ebde852756ea" providerId="ADAL" clId="{65AF4B8B-9132-4B6F-A14F-BE6197A3B5E7}" dt="2025-06-29T18:02:55.067" v="737" actId="20577"/>
        <pc:sldMkLst>
          <pc:docMk/>
          <pc:sldMk cId="4193810047" sldId="459"/>
        </pc:sldMkLst>
      </pc:sldChg>
      <pc:sldChg chg="modSp mod">
        <pc:chgData name="Stefani, Alexander" userId="e319f3de-b3fc-4521-bfee-ebde852756ea" providerId="ADAL" clId="{65AF4B8B-9132-4B6F-A14F-BE6197A3B5E7}" dt="2025-06-24T12:40:21.460" v="396" actId="20577"/>
        <pc:sldMkLst>
          <pc:docMk/>
          <pc:sldMk cId="4101192172" sldId="465"/>
        </pc:sldMkLst>
      </pc:sldChg>
      <pc:sldChg chg="modSp mod">
        <pc:chgData name="Stefani, Alexander" userId="e319f3de-b3fc-4521-bfee-ebde852756ea" providerId="ADAL" clId="{65AF4B8B-9132-4B6F-A14F-BE6197A3B5E7}" dt="2025-06-29T18:00:40.519" v="733" actId="20577"/>
        <pc:sldMkLst>
          <pc:docMk/>
          <pc:sldMk cId="2799834335" sldId="466"/>
        </pc:sldMkLst>
      </pc:sldChg>
      <pc:sldChg chg="modSp mod">
        <pc:chgData name="Stefani, Alexander" userId="e319f3de-b3fc-4521-bfee-ebde852756ea" providerId="ADAL" clId="{65AF4B8B-9132-4B6F-A14F-BE6197A3B5E7}" dt="2025-07-23T14:01:44.710" v="4257" actId="20577"/>
        <pc:sldMkLst>
          <pc:docMk/>
          <pc:sldMk cId="2190437152" sldId="469"/>
        </pc:sldMkLst>
      </pc:sldChg>
      <pc:sldChg chg="addSp delSp modSp mod modClrScheme chgLayout">
        <pc:chgData name="Stefani, Alexander" userId="e319f3de-b3fc-4521-bfee-ebde852756ea" providerId="ADAL" clId="{65AF4B8B-9132-4B6F-A14F-BE6197A3B5E7}" dt="2025-07-23T14:08:43.352" v="4584" actId="2711"/>
        <pc:sldMkLst>
          <pc:docMk/>
          <pc:sldMk cId="700105688" sldId="470"/>
        </pc:sldMkLst>
      </pc:sldChg>
      <pc:sldChg chg="modSp mod">
        <pc:chgData name="Stefani, Alexander" userId="e319f3de-b3fc-4521-bfee-ebde852756ea" providerId="ADAL" clId="{65AF4B8B-9132-4B6F-A14F-BE6197A3B5E7}" dt="2025-06-24T12:39:22.063" v="394" actId="20577"/>
        <pc:sldMkLst>
          <pc:docMk/>
          <pc:sldMk cId="4097278553" sldId="471"/>
        </pc:sldMkLst>
      </pc:sldChg>
      <pc:sldChg chg="modSp mod">
        <pc:chgData name="Stefani, Alexander" userId="e319f3de-b3fc-4521-bfee-ebde852756ea" providerId="ADAL" clId="{65AF4B8B-9132-4B6F-A14F-BE6197A3B5E7}" dt="2025-07-01T12:00:18.682" v="749"/>
        <pc:sldMkLst>
          <pc:docMk/>
          <pc:sldMk cId="147478184" sldId="473"/>
        </pc:sldMkLst>
      </pc:sldChg>
      <pc:sldChg chg="modSp mod">
        <pc:chgData name="Stefani, Alexander" userId="e319f3de-b3fc-4521-bfee-ebde852756ea" providerId="ADAL" clId="{65AF4B8B-9132-4B6F-A14F-BE6197A3B5E7}" dt="2025-06-29T17:39:25.345" v="724" actId="1076"/>
        <pc:sldMkLst>
          <pc:docMk/>
          <pc:sldMk cId="3380040980" sldId="475"/>
        </pc:sldMkLst>
      </pc:sldChg>
      <pc:sldChg chg="modSp mod">
        <pc:chgData name="Stefani, Alexander" userId="e319f3de-b3fc-4521-bfee-ebde852756ea" providerId="ADAL" clId="{65AF4B8B-9132-4B6F-A14F-BE6197A3B5E7}" dt="2025-06-29T17:38:24.385" v="717"/>
        <pc:sldMkLst>
          <pc:docMk/>
          <pc:sldMk cId="2219115023" sldId="476"/>
        </pc:sldMkLst>
      </pc:sldChg>
      <pc:sldChg chg="modSp mod">
        <pc:chgData name="Stefani, Alexander" userId="e319f3de-b3fc-4521-bfee-ebde852756ea" providerId="ADAL" clId="{65AF4B8B-9132-4B6F-A14F-BE6197A3B5E7}" dt="2025-07-14T13:45:14.695" v="750" actId="404"/>
        <pc:sldMkLst>
          <pc:docMk/>
          <pc:sldMk cId="1997864477" sldId="480"/>
        </pc:sldMkLst>
      </pc:sldChg>
      <pc:sldChg chg="modSp mod">
        <pc:chgData name="Stefani, Alexander" userId="e319f3de-b3fc-4521-bfee-ebde852756ea" providerId="ADAL" clId="{65AF4B8B-9132-4B6F-A14F-BE6197A3B5E7}" dt="2025-06-29T17:27:50.795" v="712"/>
        <pc:sldMkLst>
          <pc:docMk/>
          <pc:sldMk cId="2067896873" sldId="481"/>
        </pc:sldMkLst>
      </pc:sldChg>
      <pc:sldChg chg="modSp add mod">
        <pc:chgData name="Stefani, Alexander" userId="e319f3de-b3fc-4521-bfee-ebde852756ea" providerId="ADAL" clId="{65AF4B8B-9132-4B6F-A14F-BE6197A3B5E7}" dt="2025-07-23T14:36:56.813" v="4586" actId="14734"/>
        <pc:sldMkLst>
          <pc:docMk/>
          <pc:sldMk cId="1315919332" sldId="486"/>
        </pc:sldMkLst>
      </pc:sldChg>
      <pc:sldChg chg="add del">
        <pc:chgData name="Stefani, Alexander" userId="e319f3de-b3fc-4521-bfee-ebde852756ea" providerId="ADAL" clId="{65AF4B8B-9132-4B6F-A14F-BE6197A3B5E7}" dt="2025-07-23T13:20:30.338" v="784" actId="47"/>
        <pc:sldMkLst>
          <pc:docMk/>
          <pc:sldMk cId="1506921135" sldId="487"/>
        </pc:sldMkLst>
      </pc:sldChg>
      <pc:sldChg chg="add del">
        <pc:chgData name="Stefani, Alexander" userId="e319f3de-b3fc-4521-bfee-ebde852756ea" providerId="ADAL" clId="{65AF4B8B-9132-4B6F-A14F-BE6197A3B5E7}" dt="2025-07-23T13:20:31.966" v="785" actId="47"/>
        <pc:sldMkLst>
          <pc:docMk/>
          <pc:sldMk cId="2465520683" sldId="488"/>
        </pc:sldMkLst>
      </pc:sldChg>
      <pc:sldChg chg="modSp add mod">
        <pc:chgData name="Stefani, Alexander" userId="e319f3de-b3fc-4521-bfee-ebde852756ea" providerId="ADAL" clId="{65AF4B8B-9132-4B6F-A14F-BE6197A3B5E7}" dt="2025-07-23T14:46:26.444" v="4592"/>
        <pc:sldMkLst>
          <pc:docMk/>
          <pc:sldMk cId="3392633933" sldId="489"/>
        </pc:sldMkLst>
      </pc:sldChg>
      <pc:sldChg chg="addSp modSp add mod modClrScheme chgLayout">
        <pc:chgData name="Stefani, Alexander" userId="e319f3de-b3fc-4521-bfee-ebde852756ea" providerId="ADAL" clId="{65AF4B8B-9132-4B6F-A14F-BE6197A3B5E7}" dt="2025-07-23T14:52:19.775" v="4595" actId="6549"/>
        <pc:sldMkLst>
          <pc:docMk/>
          <pc:sldMk cId="3730744529" sldId="490"/>
        </pc:sldMkLst>
      </pc:sldChg>
      <pc:sldChg chg="addSp delSp modSp add mod modClrScheme chgLayout">
        <pc:chgData name="Stefani, Alexander" userId="e319f3de-b3fc-4521-bfee-ebde852756ea" providerId="ADAL" clId="{65AF4B8B-9132-4B6F-A14F-BE6197A3B5E7}" dt="2025-07-23T14:54:26.301" v="4618" actId="20577"/>
        <pc:sldMkLst>
          <pc:docMk/>
          <pc:sldMk cId="1124450432" sldId="491"/>
        </pc:sldMkLst>
      </pc:sldChg>
      <pc:sldChg chg="addSp delSp modSp add mod modClrScheme chgLayout">
        <pc:chgData name="Stefani, Alexander" userId="e319f3de-b3fc-4521-bfee-ebde852756ea" providerId="ADAL" clId="{65AF4B8B-9132-4B6F-A14F-BE6197A3B5E7}" dt="2025-07-23T14:41:37.068" v="4588" actId="20577"/>
        <pc:sldMkLst>
          <pc:docMk/>
          <pc:sldMk cId="1341447097" sldId="492"/>
        </pc:sldMkLst>
      </pc:sldChg>
      <pc:sldChg chg="modSp add mod">
        <pc:chgData name="Stefani, Alexander" userId="e319f3de-b3fc-4521-bfee-ebde852756ea" providerId="ADAL" clId="{65AF4B8B-9132-4B6F-A14F-BE6197A3B5E7}" dt="2025-07-23T13:43:43.258" v="2707" actId="12385"/>
        <pc:sldMkLst>
          <pc:docMk/>
          <pc:sldMk cId="4233222444" sldId="493"/>
        </pc:sldMkLst>
      </pc:sldChg>
    </pc:docChg>
  </pc:docChgLst>
  <pc:docChgLst>
    <pc:chgData name="Stefani, Alexander" userId="e319f3de-b3fc-4521-bfee-ebde852756ea" providerId="ADAL" clId="{D2E100D8-C424-41D1-9C06-1A8940257133}"/>
    <pc:docChg chg="undo redo custSel addSld delSld modSld sldOrd modMainMaster addSection delSection modSection">
      <pc:chgData name="Stefani, Alexander" userId="e319f3de-b3fc-4521-bfee-ebde852756ea" providerId="ADAL" clId="{D2E100D8-C424-41D1-9C06-1A8940257133}" dt="2024-11-04T18:56:09.608" v="4222" actId="2164"/>
      <pc:docMkLst>
        <pc:docMk/>
      </pc:docMkLst>
      <pc:sldChg chg="modSp mod">
        <pc:chgData name="Stefani, Alexander" userId="e319f3de-b3fc-4521-bfee-ebde852756ea" providerId="ADAL" clId="{D2E100D8-C424-41D1-9C06-1A8940257133}" dt="2024-11-04T14:12:34.111" v="13" actId="6549"/>
        <pc:sldMkLst>
          <pc:docMk/>
          <pc:sldMk cId="1327161989" sldId="25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244890394" sldId="25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954245249" sldId="25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048346312" sldId="25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622026830" sldId="26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804372759" sldId="26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976457083" sldId="26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959823856" sldId="26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044381077" sldId="26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15159392" sldId="26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863122408" sldId="27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816959253" sldId="27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080103252" sldId="27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207253462" sldId="27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842513790" sldId="27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60187199" sldId="27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727157325" sldId="27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779065008" sldId="28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741925133" sldId="28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924817815" sldId="28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831021680" sldId="29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536613569" sldId="30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156513014" sldId="30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009227281" sldId="30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869080346" sldId="30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059197104" sldId="30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762409068" sldId="30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632160563" sldId="30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194708581" sldId="30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387880060" sldId="31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074750332" sldId="31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765570555" sldId="31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548999172" sldId="31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031558479" sldId="31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293840692" sldId="31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5399660" sldId="31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818333880" sldId="32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915578686" sldId="33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61922102" sldId="33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533810391" sldId="33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038096095" sldId="33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511413333" sldId="34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102354287" sldId="34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350232478" sldId="34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472175863" sldId="34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868430977" sldId="34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293701116" sldId="35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533945924" sldId="35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656333215" sldId="35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437439908" sldId="35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239902515" sldId="35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901733223" sldId="35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91823026" sldId="35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047057666" sldId="36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554220610" sldId="36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606051329" sldId="36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245671047" sldId="36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29924359" sldId="36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869889361" sldId="36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049983394" sldId="36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275005876" sldId="37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476274043" sldId="37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003535262" sldId="37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968657707" sldId="37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1852709" sldId="37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570601615" sldId="37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025660062" sldId="37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027024077" sldId="37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502675525" sldId="378"/>
        </pc:sldMkLst>
      </pc:sldChg>
      <pc:sldChg chg="addSp delSp modSp mod">
        <pc:chgData name="Stefani, Alexander" userId="e319f3de-b3fc-4521-bfee-ebde852756ea" providerId="ADAL" clId="{D2E100D8-C424-41D1-9C06-1A8940257133}" dt="2024-11-04T16:01:02.233" v="1271" actId="14826"/>
        <pc:sldMkLst>
          <pc:docMk/>
          <pc:sldMk cId="2843491597" sldId="38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195100192" sldId="38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837412492" sldId="38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342075526" sldId="38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686687160" sldId="38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873297831" sldId="38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345808315" sldId="38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421074784" sldId="38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642156368" sldId="39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99714275" sldId="39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719277955" sldId="39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778220859" sldId="39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959218992" sldId="39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523065968" sldId="39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878632019" sldId="39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713902835" sldId="39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946465973" sldId="39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895075574" sldId="40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614346208" sldId="40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430818063" sldId="40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183428440" sldId="40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828210656" sldId="40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139662996" sldId="40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102907736" sldId="40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344265873" sldId="40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465320539" sldId="41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992009258" sldId="41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593246884" sldId="41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582768040" sldId="41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3449012055" sldId="414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939105205" sldId="415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103520714" sldId="416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912099750" sldId="417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628746694" sldId="418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1065668075" sldId="419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45648632" sldId="420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699761566" sldId="421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699673093" sldId="422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4230136202" sldId="423"/>
        </pc:sldMkLst>
      </pc:sldChg>
      <pc:sldChg chg="del">
        <pc:chgData name="Stefani, Alexander" userId="e319f3de-b3fc-4521-bfee-ebde852756ea" providerId="ADAL" clId="{D2E100D8-C424-41D1-9C06-1A8940257133}" dt="2024-11-04T15:31:51.099" v="579" actId="47"/>
        <pc:sldMkLst>
          <pc:docMk/>
          <pc:sldMk cId="2336187007" sldId="424"/>
        </pc:sldMkLst>
      </pc:sldChg>
      <pc:sldChg chg="addSp delSp modSp mod modClrScheme chgLayout">
        <pc:chgData name="Stefani, Alexander" userId="e319f3de-b3fc-4521-bfee-ebde852756ea" providerId="ADAL" clId="{D2E100D8-C424-41D1-9C06-1A8940257133}" dt="2024-11-04T17:53:29.678" v="1742" actId="20577"/>
        <pc:sldMkLst>
          <pc:docMk/>
          <pc:sldMk cId="198765616" sldId="425"/>
        </pc:sldMkLst>
      </pc:sldChg>
      <pc:sldChg chg="addSp delSp modSp add mod modClrScheme chgLayout">
        <pc:chgData name="Stefani, Alexander" userId="e319f3de-b3fc-4521-bfee-ebde852756ea" providerId="ADAL" clId="{D2E100D8-C424-41D1-9C06-1A8940257133}" dt="2024-11-04T17:55:25.140" v="1922" actId="6549"/>
        <pc:sldMkLst>
          <pc:docMk/>
          <pc:sldMk cId="1485184754" sldId="426"/>
        </pc:sldMkLst>
      </pc:sldChg>
      <pc:sldChg chg="modSp add del mod">
        <pc:chgData name="Stefani, Alexander" userId="e319f3de-b3fc-4521-bfee-ebde852756ea" providerId="ADAL" clId="{D2E100D8-C424-41D1-9C06-1A8940257133}" dt="2024-11-04T15:31:39.245" v="578" actId="47"/>
        <pc:sldMkLst>
          <pc:docMk/>
          <pc:sldMk cId="3181278055" sldId="427"/>
        </pc:sldMkLst>
      </pc:sldChg>
      <pc:sldChg chg="modSp add del mod ord">
        <pc:chgData name="Stefani, Alexander" userId="e319f3de-b3fc-4521-bfee-ebde852756ea" providerId="ADAL" clId="{D2E100D8-C424-41D1-9C06-1A8940257133}" dt="2024-11-04T15:31:39.245" v="578" actId="47"/>
        <pc:sldMkLst>
          <pc:docMk/>
          <pc:sldMk cId="3262012035" sldId="428"/>
        </pc:sldMkLst>
      </pc:sldChg>
      <pc:sldChg chg="delSp modSp add mod ord modClrScheme chgLayout">
        <pc:chgData name="Stefani, Alexander" userId="e319f3de-b3fc-4521-bfee-ebde852756ea" providerId="ADAL" clId="{D2E100D8-C424-41D1-9C06-1A8940257133}" dt="2024-11-04T18:56:09.608" v="4222" actId="2164"/>
        <pc:sldMkLst>
          <pc:docMk/>
          <pc:sldMk cId="4224631659" sldId="429"/>
        </pc:sldMkLst>
      </pc:sldChg>
      <pc:sldChg chg="modSp add del mod ord">
        <pc:chgData name="Stefani, Alexander" userId="e319f3de-b3fc-4521-bfee-ebde852756ea" providerId="ADAL" clId="{D2E100D8-C424-41D1-9C06-1A8940257133}" dt="2024-11-04T15:31:39.245" v="578" actId="47"/>
        <pc:sldMkLst>
          <pc:docMk/>
          <pc:sldMk cId="3437703290" sldId="430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1025371132" sldId="431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3391149317" sldId="432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2181598736" sldId="433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3962612753" sldId="434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640764139" sldId="435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2093414522" sldId="436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3008359946" sldId="437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3818102136" sldId="438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2410269142" sldId="439"/>
        </pc:sldMkLst>
      </pc:sldChg>
      <pc:sldChg chg="add del">
        <pc:chgData name="Stefani, Alexander" userId="e319f3de-b3fc-4521-bfee-ebde852756ea" providerId="ADAL" clId="{D2E100D8-C424-41D1-9C06-1A8940257133}" dt="2024-11-04T15:31:39.245" v="578" actId="47"/>
        <pc:sldMkLst>
          <pc:docMk/>
          <pc:sldMk cId="2889797219" sldId="440"/>
        </pc:sldMkLst>
      </pc:sldChg>
      <pc:sldChg chg="modSp add mod">
        <pc:chgData name="Stefani, Alexander" userId="e319f3de-b3fc-4521-bfee-ebde852756ea" providerId="ADAL" clId="{D2E100D8-C424-41D1-9C06-1A8940257133}" dt="2024-11-04T15:33:19.137" v="604" actId="20577"/>
        <pc:sldMkLst>
          <pc:docMk/>
          <pc:sldMk cId="2709877771" sldId="441"/>
        </pc:sldMkLst>
      </pc:sldChg>
      <pc:sldChg chg="modSp add del mod">
        <pc:chgData name="Stefani, Alexander" userId="e319f3de-b3fc-4521-bfee-ebde852756ea" providerId="ADAL" clId="{D2E100D8-C424-41D1-9C06-1A8940257133}" dt="2024-11-04T15:33:24.040" v="605" actId="47"/>
        <pc:sldMkLst>
          <pc:docMk/>
          <pc:sldMk cId="588741692" sldId="442"/>
        </pc:sldMkLst>
      </pc:sldChg>
      <pc:sldChg chg="modSp add del mod">
        <pc:chgData name="Stefani, Alexander" userId="e319f3de-b3fc-4521-bfee-ebde852756ea" providerId="ADAL" clId="{D2E100D8-C424-41D1-9C06-1A8940257133}" dt="2024-11-04T15:37:24.190" v="724" actId="47"/>
        <pc:sldMkLst>
          <pc:docMk/>
          <pc:sldMk cId="1785132974" sldId="443"/>
        </pc:sldMkLst>
      </pc:sldChg>
      <pc:sldChg chg="modSp add del mod">
        <pc:chgData name="Stefani, Alexander" userId="e319f3de-b3fc-4521-bfee-ebde852756ea" providerId="ADAL" clId="{D2E100D8-C424-41D1-9C06-1A8940257133}" dt="2024-11-04T15:33:31.699" v="606" actId="47"/>
        <pc:sldMkLst>
          <pc:docMk/>
          <pc:sldMk cId="1475129525" sldId="444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2458408647" sldId="444"/>
        </pc:sldMkLst>
      </pc:sldChg>
      <pc:sldChg chg="modSp add del mod">
        <pc:chgData name="Stefani, Alexander" userId="e319f3de-b3fc-4521-bfee-ebde852756ea" providerId="ADAL" clId="{D2E100D8-C424-41D1-9C06-1A8940257133}" dt="2024-11-04T15:33:31.699" v="606" actId="47"/>
        <pc:sldMkLst>
          <pc:docMk/>
          <pc:sldMk cId="913149639" sldId="445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1436222355" sldId="445"/>
        </pc:sldMkLst>
      </pc:sldChg>
      <pc:sldChg chg="modSp add del mod">
        <pc:chgData name="Stefani, Alexander" userId="e319f3de-b3fc-4521-bfee-ebde852756ea" providerId="ADAL" clId="{D2E100D8-C424-41D1-9C06-1A8940257133}" dt="2024-11-04T15:33:31.699" v="606" actId="47"/>
        <pc:sldMkLst>
          <pc:docMk/>
          <pc:sldMk cId="685746795" sldId="446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2110341889" sldId="446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556789845" sldId="447"/>
        </pc:sldMkLst>
      </pc:sldChg>
      <pc:sldChg chg="modSp add del mod">
        <pc:chgData name="Stefani, Alexander" userId="e319f3de-b3fc-4521-bfee-ebde852756ea" providerId="ADAL" clId="{D2E100D8-C424-41D1-9C06-1A8940257133}" dt="2024-11-04T15:33:31.699" v="606" actId="47"/>
        <pc:sldMkLst>
          <pc:docMk/>
          <pc:sldMk cId="1814073939" sldId="447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2883325167" sldId="448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742564177" sldId="449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3920583005" sldId="450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3194651203" sldId="451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817046084" sldId="452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2051392647" sldId="453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157729434" sldId="454"/>
        </pc:sldMkLst>
      </pc:sldChg>
      <pc:sldChg chg="add del">
        <pc:chgData name="Stefani, Alexander" userId="e319f3de-b3fc-4521-bfee-ebde852756ea" providerId="ADAL" clId="{D2E100D8-C424-41D1-9C06-1A8940257133}" dt="2024-11-04T15:37:24.190" v="724" actId="47"/>
        <pc:sldMkLst>
          <pc:docMk/>
          <pc:sldMk cId="3214373884" sldId="455"/>
        </pc:sldMkLst>
      </pc:sldChg>
      <pc:sldChg chg="modSp add mod">
        <pc:chgData name="Stefani, Alexander" userId="e319f3de-b3fc-4521-bfee-ebde852756ea" providerId="ADAL" clId="{D2E100D8-C424-41D1-9C06-1A8940257133}" dt="2024-11-04T17:56:27.527" v="2017" actId="20577"/>
        <pc:sldMkLst>
          <pc:docMk/>
          <pc:sldMk cId="3847636874" sldId="456"/>
        </pc:sldMkLst>
      </pc:sldChg>
      <pc:sldChg chg="modSp add mod">
        <pc:chgData name="Stefani, Alexander" userId="e319f3de-b3fc-4521-bfee-ebde852756ea" providerId="ADAL" clId="{D2E100D8-C424-41D1-9C06-1A8940257133}" dt="2024-11-04T17:58:30.185" v="2204" actId="20577"/>
        <pc:sldMkLst>
          <pc:docMk/>
          <pc:sldMk cId="2772628510" sldId="457"/>
        </pc:sldMkLst>
      </pc:sldChg>
      <pc:sldChg chg="addSp modSp add mod">
        <pc:chgData name="Stefani, Alexander" userId="e319f3de-b3fc-4521-bfee-ebde852756ea" providerId="ADAL" clId="{D2E100D8-C424-41D1-9C06-1A8940257133}" dt="2024-11-04T18:31:25.090" v="3231" actId="313"/>
        <pc:sldMkLst>
          <pc:docMk/>
          <pc:sldMk cId="1406468147" sldId="458"/>
        </pc:sldMkLst>
      </pc:sldChg>
      <pc:sldChg chg="modSp add mod">
        <pc:chgData name="Stefani, Alexander" userId="e319f3de-b3fc-4521-bfee-ebde852756ea" providerId="ADAL" clId="{D2E100D8-C424-41D1-9C06-1A8940257133}" dt="2024-11-04T18:08:14.021" v="2649" actId="20577"/>
        <pc:sldMkLst>
          <pc:docMk/>
          <pc:sldMk cId="4193810047" sldId="459"/>
        </pc:sldMkLst>
      </pc:sldChg>
      <pc:sldChg chg="modSp add mod">
        <pc:chgData name="Stefani, Alexander" userId="e319f3de-b3fc-4521-bfee-ebde852756ea" providerId="ADAL" clId="{D2E100D8-C424-41D1-9C06-1A8940257133}" dt="2024-11-04T18:09:59.201" v="2752" actId="20577"/>
        <pc:sldMkLst>
          <pc:docMk/>
          <pc:sldMk cId="3590245751" sldId="460"/>
        </pc:sldMkLst>
      </pc:sldChg>
      <pc:sldChg chg="modSp add mod">
        <pc:chgData name="Stefani, Alexander" userId="e319f3de-b3fc-4521-bfee-ebde852756ea" providerId="ADAL" clId="{D2E100D8-C424-41D1-9C06-1A8940257133}" dt="2024-11-04T18:10:18.983" v="2753"/>
        <pc:sldMkLst>
          <pc:docMk/>
          <pc:sldMk cId="2291253394" sldId="461"/>
        </pc:sldMkLst>
      </pc:sldChg>
      <pc:sldChg chg="modSp add mod">
        <pc:chgData name="Stefani, Alexander" userId="e319f3de-b3fc-4521-bfee-ebde852756ea" providerId="ADAL" clId="{D2E100D8-C424-41D1-9C06-1A8940257133}" dt="2024-11-04T18:11:23.093" v="2875" actId="790"/>
        <pc:sldMkLst>
          <pc:docMk/>
          <pc:sldMk cId="696923102" sldId="462"/>
        </pc:sldMkLst>
      </pc:sldChg>
      <pc:sldChg chg="modSp add mod">
        <pc:chgData name="Stefani, Alexander" userId="e319f3de-b3fc-4521-bfee-ebde852756ea" providerId="ADAL" clId="{D2E100D8-C424-41D1-9C06-1A8940257133}" dt="2024-11-04T18:15:21.556" v="2998" actId="790"/>
        <pc:sldMkLst>
          <pc:docMk/>
          <pc:sldMk cId="464504652" sldId="463"/>
        </pc:sldMkLst>
      </pc:sldChg>
      <pc:sldChg chg="modSp add mod ord">
        <pc:chgData name="Stefani, Alexander" userId="e319f3de-b3fc-4521-bfee-ebde852756ea" providerId="ADAL" clId="{D2E100D8-C424-41D1-9C06-1A8940257133}" dt="2024-11-04T18:12:15.274" v="2912" actId="20577"/>
        <pc:sldMkLst>
          <pc:docMk/>
          <pc:sldMk cId="716813228" sldId="464"/>
        </pc:sldMkLst>
      </pc:sldChg>
      <pc:sldChg chg="modSp add mod ord">
        <pc:chgData name="Stefani, Alexander" userId="e319f3de-b3fc-4521-bfee-ebde852756ea" providerId="ADAL" clId="{D2E100D8-C424-41D1-9C06-1A8940257133}" dt="2024-11-04T18:51:57.196" v="4151" actId="20577"/>
        <pc:sldMkLst>
          <pc:docMk/>
          <pc:sldMk cId="4101192172" sldId="465"/>
        </pc:sldMkLst>
      </pc:sldChg>
      <pc:sldChg chg="modSp add mod">
        <pc:chgData name="Stefani, Alexander" userId="e319f3de-b3fc-4521-bfee-ebde852756ea" providerId="ADAL" clId="{D2E100D8-C424-41D1-9C06-1A8940257133}" dt="2024-11-04T18:15:53.816" v="3046" actId="20577"/>
        <pc:sldMkLst>
          <pc:docMk/>
          <pc:sldMk cId="2799834335" sldId="466"/>
        </pc:sldMkLst>
      </pc:sldChg>
      <pc:sldChg chg="modSp add mod">
        <pc:chgData name="Stefani, Alexander" userId="e319f3de-b3fc-4521-bfee-ebde852756ea" providerId="ADAL" clId="{D2E100D8-C424-41D1-9C06-1A8940257133}" dt="2024-11-04T18:41:09.080" v="3736" actId="20577"/>
        <pc:sldMkLst>
          <pc:docMk/>
          <pc:sldMk cId="3818645764" sldId="467"/>
        </pc:sldMkLst>
      </pc:sldChg>
      <pc:sldChg chg="modSp add mod ord">
        <pc:chgData name="Stefani, Alexander" userId="e319f3de-b3fc-4521-bfee-ebde852756ea" providerId="ADAL" clId="{D2E100D8-C424-41D1-9C06-1A8940257133}" dt="2024-11-04T18:37:06.652" v="3647" actId="20577"/>
        <pc:sldMkLst>
          <pc:docMk/>
          <pc:sldMk cId="2922434964" sldId="468"/>
        </pc:sldMkLst>
      </pc:sldChg>
      <pc:sldChg chg="modSp add mod">
        <pc:chgData name="Stefani, Alexander" userId="e319f3de-b3fc-4521-bfee-ebde852756ea" providerId="ADAL" clId="{D2E100D8-C424-41D1-9C06-1A8940257133}" dt="2024-11-04T18:43:09.955" v="3871" actId="20577"/>
        <pc:sldMkLst>
          <pc:docMk/>
          <pc:sldMk cId="2190437152" sldId="469"/>
        </pc:sldMkLst>
      </pc:sldChg>
      <pc:sldChg chg="modSp add mod">
        <pc:chgData name="Stefani, Alexander" userId="e319f3de-b3fc-4521-bfee-ebde852756ea" providerId="ADAL" clId="{D2E100D8-C424-41D1-9C06-1A8940257133}" dt="2024-11-04T18:28:10.405" v="3187" actId="20577"/>
        <pc:sldMkLst>
          <pc:docMk/>
          <pc:sldMk cId="700105688" sldId="470"/>
        </pc:sldMkLst>
      </pc:sldChg>
      <pc:sldChg chg="add del">
        <pc:chgData name="Stefani, Alexander" userId="e319f3de-b3fc-4521-bfee-ebde852756ea" providerId="ADAL" clId="{D2E100D8-C424-41D1-9C06-1A8940257133}" dt="2024-11-04T16:08:51.198" v="1495" actId="47"/>
        <pc:sldMkLst>
          <pc:docMk/>
          <pc:sldMk cId="1473681128" sldId="470"/>
        </pc:sldMkLst>
      </pc:sldChg>
      <pc:sldChg chg="new del">
        <pc:chgData name="Stefani, Alexander" userId="e319f3de-b3fc-4521-bfee-ebde852756ea" providerId="ADAL" clId="{D2E100D8-C424-41D1-9C06-1A8940257133}" dt="2024-11-04T16:10:43.711" v="1543" actId="47"/>
        <pc:sldMkLst>
          <pc:docMk/>
          <pc:sldMk cId="2656292009" sldId="470"/>
        </pc:sldMkLst>
      </pc:sldChg>
      <pc:sldChg chg="new del">
        <pc:chgData name="Stefani, Alexander" userId="e319f3de-b3fc-4521-bfee-ebde852756ea" providerId="ADAL" clId="{D2E100D8-C424-41D1-9C06-1A8940257133}" dt="2024-11-04T16:10:43.711" v="1543" actId="47"/>
        <pc:sldMkLst>
          <pc:docMk/>
          <pc:sldMk cId="1631289795" sldId="471"/>
        </pc:sldMkLst>
      </pc:sldChg>
      <pc:sldChg chg="modSp add mod">
        <pc:chgData name="Stefani, Alexander" userId="e319f3de-b3fc-4521-bfee-ebde852756ea" providerId="ADAL" clId="{D2E100D8-C424-41D1-9C06-1A8940257133}" dt="2024-11-04T18:35:18.361" v="3486" actId="20577"/>
        <pc:sldMkLst>
          <pc:docMk/>
          <pc:sldMk cId="4097278553" sldId="471"/>
        </pc:sldMkLst>
      </pc:sldChg>
      <pc:sldChg chg="add del">
        <pc:chgData name="Stefani, Alexander" userId="e319f3de-b3fc-4521-bfee-ebde852756ea" providerId="ADAL" clId="{D2E100D8-C424-41D1-9C06-1A8940257133}" dt="2024-11-04T16:08:51.198" v="1495" actId="47"/>
        <pc:sldMkLst>
          <pc:docMk/>
          <pc:sldMk cId="4180924662" sldId="471"/>
        </pc:sldMkLst>
      </pc:sldChg>
      <pc:sldChg chg="add del">
        <pc:chgData name="Stefani, Alexander" userId="e319f3de-b3fc-4521-bfee-ebde852756ea" providerId="ADAL" clId="{D2E100D8-C424-41D1-9C06-1A8940257133}" dt="2024-11-04T16:08:51.198" v="1495" actId="47"/>
        <pc:sldMkLst>
          <pc:docMk/>
          <pc:sldMk cId="985298628" sldId="472"/>
        </pc:sldMkLst>
      </pc:sldChg>
      <pc:sldChg chg="add del">
        <pc:chgData name="Stefani, Alexander" userId="e319f3de-b3fc-4521-bfee-ebde852756ea" providerId="ADAL" clId="{D2E100D8-C424-41D1-9C06-1A8940257133}" dt="2024-11-04T16:08:51.198" v="1495" actId="47"/>
        <pc:sldMkLst>
          <pc:docMk/>
          <pc:sldMk cId="2181224472" sldId="473"/>
        </pc:sldMkLst>
      </pc:sldChg>
      <pc:sldMasterChg chg="addSldLayout modSldLayout">
        <pc:chgData name="Stefani, Alexander" userId="e319f3de-b3fc-4521-bfee-ebde852756ea" providerId="ADAL" clId="{D2E100D8-C424-41D1-9C06-1A8940257133}" dt="2024-11-04T15:58:10.616" v="1251" actId="20577"/>
        <pc:sldMasterMkLst>
          <pc:docMk/>
          <pc:sldMasterMk cId="1909636072" sldId="2147483648"/>
        </pc:sldMasterMkLst>
        <pc:sldLayoutChg chg="modSp add mod modTransition">
          <pc:chgData name="Stefani, Alexander" userId="e319f3de-b3fc-4521-bfee-ebde852756ea" providerId="ADAL" clId="{D2E100D8-C424-41D1-9C06-1A8940257133}" dt="2024-11-04T15:58:10.616" v="1251" actId="20577"/>
          <pc:sldLayoutMkLst>
            <pc:docMk/>
            <pc:sldMasterMk cId="1909636072" sldId="2147483648"/>
            <pc:sldLayoutMk cId="3459263853" sldId="2147483663"/>
          </pc:sldLayoutMkLst>
        </pc:sldLayoutChg>
        <pc:sldLayoutChg chg="add mod replId modTransition">
          <pc:chgData name="Stefani, Alexander" userId="e319f3de-b3fc-4521-bfee-ebde852756ea" providerId="ADAL" clId="{D2E100D8-C424-41D1-9C06-1A8940257133}" dt="2024-11-04T15:57:42.558" v="1250" actId="2890"/>
          <pc:sldLayoutMkLst>
            <pc:docMk/>
            <pc:sldMasterMk cId="1909636072" sldId="2147483648"/>
            <pc:sldLayoutMk cId="1023877037" sldId="2147483664"/>
          </pc:sldLayoutMkLst>
        </pc:sldLayoutChg>
      </pc:sldMasterChg>
    </pc:docChg>
  </pc:docChgLst>
  <pc:docChgLst>
    <pc:chgData name="Stefani, Alexander" userId="e319f3de-b3fc-4521-bfee-ebde852756ea" providerId="ADAL" clId="{8807D773-1F4A-4A5F-8E15-0D77CE70C857}"/>
    <pc:docChg chg="undo redo custSel addSld modSld">
      <pc:chgData name="Stefani, Alexander" userId="e319f3de-b3fc-4521-bfee-ebde852756ea" providerId="ADAL" clId="{8807D773-1F4A-4A5F-8E15-0D77CE70C857}" dt="2025-09-23T10:42:07.493" v="3493" actId="20577"/>
      <pc:docMkLst>
        <pc:docMk/>
      </pc:docMkLst>
      <pc:sldChg chg="addSp modSp mod">
        <pc:chgData name="Stefani, Alexander" userId="e319f3de-b3fc-4521-bfee-ebde852756ea" providerId="ADAL" clId="{8807D773-1F4A-4A5F-8E15-0D77CE70C857}" dt="2025-09-22T10:53:50.522" v="991" actId="20577"/>
        <pc:sldMkLst>
          <pc:docMk/>
          <pc:sldMk cId="2766041817" sldId="257"/>
        </pc:sldMkLst>
        <pc:spChg chg="add mod">
          <ac:chgData name="Stefani, Alexander" userId="e319f3de-b3fc-4521-bfee-ebde852756ea" providerId="ADAL" clId="{8807D773-1F4A-4A5F-8E15-0D77CE70C857}" dt="2025-09-22T10:53:50.522" v="991" actId="20577"/>
          <ac:spMkLst>
            <pc:docMk/>
            <pc:sldMk cId="2766041817" sldId="257"/>
            <ac:spMk id="2" creationId="{6BCE96C6-E07F-C061-43FF-DD5F12D12B65}"/>
          </ac:spMkLst>
        </pc:spChg>
        <pc:spChg chg="mod">
          <ac:chgData name="Stefani, Alexander" userId="e319f3de-b3fc-4521-bfee-ebde852756ea" providerId="ADAL" clId="{8807D773-1F4A-4A5F-8E15-0D77CE70C857}" dt="2025-09-22T10:29:59.302" v="361" actId="14100"/>
          <ac:spMkLst>
            <pc:docMk/>
            <pc:sldMk cId="2766041817" sldId="257"/>
            <ac:spMk id="12" creationId="{7432AB3C-121A-2E5B-4C0B-5ABB853FFBE3}"/>
          </ac:spMkLst>
        </pc:spChg>
        <pc:spChg chg="mod">
          <ac:chgData name="Stefani, Alexander" userId="e319f3de-b3fc-4521-bfee-ebde852756ea" providerId="ADAL" clId="{8807D773-1F4A-4A5F-8E15-0D77CE70C857}" dt="2025-09-22T10:30:13.865" v="376" actId="14100"/>
          <ac:spMkLst>
            <pc:docMk/>
            <pc:sldMk cId="2766041817" sldId="257"/>
            <ac:spMk id="16" creationId="{436D9AE8-FCF2-092C-AFB9-0ABC45B1448A}"/>
          </ac:spMkLst>
        </pc:spChg>
        <pc:spChg chg="mod">
          <ac:chgData name="Stefani, Alexander" userId="e319f3de-b3fc-4521-bfee-ebde852756ea" providerId="ADAL" clId="{8807D773-1F4A-4A5F-8E15-0D77CE70C857}" dt="2025-09-22T10:30:05.006" v="366" actId="1076"/>
          <ac:spMkLst>
            <pc:docMk/>
            <pc:sldMk cId="2766041817" sldId="257"/>
            <ac:spMk id="17" creationId="{45B2D06F-7A69-054D-FC6E-25883C044A34}"/>
          </ac:spMkLst>
        </pc:spChg>
      </pc:sldChg>
      <pc:sldChg chg="addSp delSp modSp mod modClrScheme chgLayout">
        <pc:chgData name="Stefani, Alexander" userId="e319f3de-b3fc-4521-bfee-ebde852756ea" providerId="ADAL" clId="{8807D773-1F4A-4A5F-8E15-0D77CE70C857}" dt="2025-09-22T10:53:56.073" v="993" actId="20577"/>
        <pc:sldMkLst>
          <pc:docMk/>
          <pc:sldMk cId="2886358618" sldId="262"/>
        </pc:sldMkLst>
        <pc:spChg chg="mod ord">
          <ac:chgData name="Stefani, Alexander" userId="e319f3de-b3fc-4521-bfee-ebde852756ea" providerId="ADAL" clId="{8807D773-1F4A-4A5F-8E15-0D77CE70C857}" dt="2025-09-22T10:28:44.459" v="346" actId="700"/>
          <ac:spMkLst>
            <pc:docMk/>
            <pc:sldMk cId="2886358618" sldId="262"/>
            <ac:spMk id="2" creationId="{F97D997F-1386-9F1B-C7CD-6D81EC956658}"/>
          </ac:spMkLst>
        </pc:spChg>
        <pc:spChg chg="mod ord">
          <ac:chgData name="Stefani, Alexander" userId="e319f3de-b3fc-4521-bfee-ebde852756ea" providerId="ADAL" clId="{8807D773-1F4A-4A5F-8E15-0D77CE70C857}" dt="2025-09-22T10:29:11.032" v="355" actId="14100"/>
          <ac:spMkLst>
            <pc:docMk/>
            <pc:sldMk cId="2886358618" sldId="262"/>
            <ac:spMk id="3" creationId="{BB9F38D6-9403-DB5F-7378-8FF28FACEA7E}"/>
          </ac:spMkLst>
        </pc:spChg>
        <pc:spChg chg="mod ord">
          <ac:chgData name="Stefani, Alexander" userId="e319f3de-b3fc-4521-bfee-ebde852756ea" providerId="ADAL" clId="{8807D773-1F4A-4A5F-8E15-0D77CE70C857}" dt="2025-09-22T10:28:44.459" v="346" actId="700"/>
          <ac:spMkLst>
            <pc:docMk/>
            <pc:sldMk cId="2886358618" sldId="262"/>
            <ac:spMk id="4" creationId="{694CFD8C-A046-9E8A-35E4-CEF429CAFAD3}"/>
          </ac:spMkLst>
        </pc:spChg>
        <pc:spChg chg="mod ord">
          <ac:chgData name="Stefani, Alexander" userId="e319f3de-b3fc-4521-bfee-ebde852756ea" providerId="ADAL" clId="{8807D773-1F4A-4A5F-8E15-0D77CE70C857}" dt="2025-09-22T10:28:44.459" v="346" actId="700"/>
          <ac:spMkLst>
            <pc:docMk/>
            <pc:sldMk cId="2886358618" sldId="262"/>
            <ac:spMk id="5" creationId="{1000108B-1917-C7AB-1373-214C9FA09347}"/>
          </ac:spMkLst>
        </pc:spChg>
        <pc:spChg chg="mod ord">
          <ac:chgData name="Stefani, Alexander" userId="e319f3de-b3fc-4521-bfee-ebde852756ea" providerId="ADAL" clId="{8807D773-1F4A-4A5F-8E15-0D77CE70C857}" dt="2025-09-22T10:28:44.459" v="346" actId="700"/>
          <ac:spMkLst>
            <pc:docMk/>
            <pc:sldMk cId="2886358618" sldId="262"/>
            <ac:spMk id="6" creationId="{C977C7C0-4D21-9D56-E10A-DC0A69FFE2A8}"/>
          </ac:spMkLst>
        </pc:spChg>
        <pc:spChg chg="add del mod">
          <ac:chgData name="Stefani, Alexander" userId="e319f3de-b3fc-4521-bfee-ebde852756ea" providerId="ADAL" clId="{8807D773-1F4A-4A5F-8E15-0D77CE70C857}" dt="2025-09-22T10:28:41.163" v="345"/>
          <ac:spMkLst>
            <pc:docMk/>
            <pc:sldMk cId="2886358618" sldId="262"/>
            <ac:spMk id="7" creationId="{1E7C547A-ED49-B60C-97FA-048EA2C2BE45}"/>
          </ac:spMkLst>
        </pc:spChg>
        <pc:spChg chg="add del mod ord">
          <ac:chgData name="Stefani, Alexander" userId="e319f3de-b3fc-4521-bfee-ebde852756ea" providerId="ADAL" clId="{8807D773-1F4A-4A5F-8E15-0D77CE70C857}" dt="2025-09-22T10:28:39.916" v="343" actId="700"/>
          <ac:spMkLst>
            <pc:docMk/>
            <pc:sldMk cId="2886358618" sldId="262"/>
            <ac:spMk id="8" creationId="{B66BFA30-0737-66B2-1168-E6E47D8DC710}"/>
          </ac:spMkLst>
        </pc:spChg>
        <pc:spChg chg="add mod">
          <ac:chgData name="Stefani, Alexander" userId="e319f3de-b3fc-4521-bfee-ebde852756ea" providerId="ADAL" clId="{8807D773-1F4A-4A5F-8E15-0D77CE70C857}" dt="2025-09-22T10:28:00.165" v="326"/>
          <ac:spMkLst>
            <pc:docMk/>
            <pc:sldMk cId="2886358618" sldId="262"/>
            <ac:spMk id="9" creationId="{E26D7F37-EEF7-7B49-A9BD-27085124FB7F}"/>
          </ac:spMkLst>
        </pc:spChg>
        <pc:spChg chg="add mod ord">
          <ac:chgData name="Stefani, Alexander" userId="e319f3de-b3fc-4521-bfee-ebde852756ea" providerId="ADAL" clId="{8807D773-1F4A-4A5F-8E15-0D77CE70C857}" dt="2025-09-22T10:28:39.105" v="341"/>
          <ac:spMkLst>
            <pc:docMk/>
            <pc:sldMk cId="2886358618" sldId="262"/>
            <ac:spMk id="10" creationId="{C71A9ADD-027B-A7FD-3F5B-09AD78DD9306}"/>
          </ac:spMkLst>
        </pc:spChg>
        <pc:spChg chg="add del mod ord">
          <ac:chgData name="Stefani, Alexander" userId="e319f3de-b3fc-4521-bfee-ebde852756ea" providerId="ADAL" clId="{8807D773-1F4A-4A5F-8E15-0D77CE70C857}" dt="2025-09-22T10:28:47.648" v="349"/>
          <ac:spMkLst>
            <pc:docMk/>
            <pc:sldMk cId="2886358618" sldId="262"/>
            <ac:spMk id="11" creationId="{609A9D78-C37A-018E-FA9F-8EC8C00F3832}"/>
          </ac:spMkLst>
        </pc:spChg>
        <pc:spChg chg="add mod">
          <ac:chgData name="Stefani, Alexander" userId="e319f3de-b3fc-4521-bfee-ebde852756ea" providerId="ADAL" clId="{8807D773-1F4A-4A5F-8E15-0D77CE70C857}" dt="2025-09-22T10:53:56.073" v="993" actId="20577"/>
          <ac:spMkLst>
            <pc:docMk/>
            <pc:sldMk cId="2886358618" sldId="262"/>
            <ac:spMk id="12" creationId="{6B88B9BD-8B3C-273F-9A9E-36DBC90BDA37}"/>
          </ac:spMkLst>
        </pc:spChg>
      </pc:sldChg>
      <pc:sldChg chg="addSp modSp mod modClrScheme chgLayout">
        <pc:chgData name="Stefani, Alexander" userId="e319f3de-b3fc-4521-bfee-ebde852756ea" providerId="ADAL" clId="{8807D773-1F4A-4A5F-8E15-0D77CE70C857}" dt="2025-09-22T10:53:53.393" v="992" actId="20577"/>
        <pc:sldMkLst>
          <pc:docMk/>
          <pc:sldMk cId="1250673302" sldId="268"/>
        </pc:sldMkLst>
        <pc:spChg chg="mod ord">
          <ac:chgData name="Stefani, Alexander" userId="e319f3de-b3fc-4521-bfee-ebde852756ea" providerId="ADAL" clId="{8807D773-1F4A-4A5F-8E15-0D77CE70C857}" dt="2025-09-22T10:22:22.408" v="145" actId="700"/>
          <ac:spMkLst>
            <pc:docMk/>
            <pc:sldMk cId="1250673302" sldId="268"/>
            <ac:spMk id="2" creationId="{7E68163C-1A38-C1BD-BE8B-FDB7A504E590}"/>
          </ac:spMkLst>
        </pc:spChg>
        <pc:spChg chg="mod ord">
          <ac:chgData name="Stefani, Alexander" userId="e319f3de-b3fc-4521-bfee-ebde852756ea" providerId="ADAL" clId="{8807D773-1F4A-4A5F-8E15-0D77CE70C857}" dt="2025-09-22T10:27:31.359" v="317" actId="14100"/>
          <ac:spMkLst>
            <pc:docMk/>
            <pc:sldMk cId="1250673302" sldId="268"/>
            <ac:spMk id="3" creationId="{61B8D15E-3569-986B-C3D0-76E49B35B777}"/>
          </ac:spMkLst>
        </pc:spChg>
        <pc:spChg chg="mod ord">
          <ac:chgData name="Stefani, Alexander" userId="e319f3de-b3fc-4521-bfee-ebde852756ea" providerId="ADAL" clId="{8807D773-1F4A-4A5F-8E15-0D77CE70C857}" dt="2025-09-22T10:22:22.408" v="145" actId="700"/>
          <ac:spMkLst>
            <pc:docMk/>
            <pc:sldMk cId="1250673302" sldId="268"/>
            <ac:spMk id="4" creationId="{50ACA0D3-90AF-B3E2-DCB5-9FBAFEE876A2}"/>
          </ac:spMkLst>
        </pc:spChg>
        <pc:spChg chg="mod ord">
          <ac:chgData name="Stefani, Alexander" userId="e319f3de-b3fc-4521-bfee-ebde852756ea" providerId="ADAL" clId="{8807D773-1F4A-4A5F-8E15-0D77CE70C857}" dt="2025-09-22T10:22:22.408" v="145" actId="700"/>
          <ac:spMkLst>
            <pc:docMk/>
            <pc:sldMk cId="1250673302" sldId="268"/>
            <ac:spMk id="5" creationId="{A7626C45-726A-539A-7D4E-76D8FA6966BA}"/>
          </ac:spMkLst>
        </pc:spChg>
        <pc:spChg chg="mod ord">
          <ac:chgData name="Stefani, Alexander" userId="e319f3de-b3fc-4521-bfee-ebde852756ea" providerId="ADAL" clId="{8807D773-1F4A-4A5F-8E15-0D77CE70C857}" dt="2025-09-22T10:22:22.408" v="145" actId="700"/>
          <ac:spMkLst>
            <pc:docMk/>
            <pc:sldMk cId="1250673302" sldId="268"/>
            <ac:spMk id="6" creationId="{ED19FC0D-17A2-6851-F900-F3540C610F43}"/>
          </ac:spMkLst>
        </pc:spChg>
        <pc:spChg chg="add mod ord">
          <ac:chgData name="Stefani, Alexander" userId="e319f3de-b3fc-4521-bfee-ebde852756ea" providerId="ADAL" clId="{8807D773-1F4A-4A5F-8E15-0D77CE70C857}" dt="2025-09-22T10:53:53.393" v="992" actId="20577"/>
          <ac:spMkLst>
            <pc:docMk/>
            <pc:sldMk cId="1250673302" sldId="268"/>
            <ac:spMk id="7" creationId="{A80B4571-BD5A-C1EC-C7E5-63D27BEDE5AB}"/>
          </ac:spMkLst>
        </pc:spChg>
      </pc:sldChg>
      <pc:sldChg chg="addSp modSp mod">
        <pc:chgData name="Stefani, Alexander" userId="e319f3de-b3fc-4521-bfee-ebde852756ea" providerId="ADAL" clId="{8807D773-1F4A-4A5F-8E15-0D77CE70C857}" dt="2025-09-22T10:54:04.640" v="996" actId="20577"/>
        <pc:sldMkLst>
          <pc:docMk/>
          <pc:sldMk cId="3227726912" sldId="275"/>
        </pc:sldMkLst>
        <pc:spChg chg="add mod">
          <ac:chgData name="Stefani, Alexander" userId="e319f3de-b3fc-4521-bfee-ebde852756ea" providerId="ADAL" clId="{8807D773-1F4A-4A5F-8E15-0D77CE70C857}" dt="2025-09-22T10:54:04.640" v="996" actId="20577"/>
          <ac:spMkLst>
            <pc:docMk/>
            <pc:sldMk cId="3227726912" sldId="275"/>
            <ac:spMk id="2" creationId="{C9693ADC-C5BE-A6F9-1F82-706A13B119AD}"/>
          </ac:spMkLst>
        </pc:spChg>
        <pc:spChg chg="mod">
          <ac:chgData name="Stefani, Alexander" userId="e319f3de-b3fc-4521-bfee-ebde852756ea" providerId="ADAL" clId="{8807D773-1F4A-4A5F-8E15-0D77CE70C857}" dt="2025-09-22T10:54:00.834" v="995" actId="20577"/>
          <ac:spMkLst>
            <pc:docMk/>
            <pc:sldMk cId="3227726912" sldId="275"/>
            <ac:spMk id="11" creationId="{CD6BABC0-3927-279B-2856-5D9AE730531D}"/>
          </ac:spMkLst>
        </pc:spChg>
      </pc:sldChg>
      <pc:sldChg chg="addSp modSp">
        <pc:chgData name="Stefani, Alexander" userId="e319f3de-b3fc-4521-bfee-ebde852756ea" providerId="ADAL" clId="{8807D773-1F4A-4A5F-8E15-0D77CE70C857}" dt="2025-09-22T11:08:13.452" v="1524"/>
        <pc:sldMkLst>
          <pc:docMk/>
          <pc:sldMk cId="611040056" sldId="276"/>
        </pc:sldMkLst>
        <pc:spChg chg="add mod">
          <ac:chgData name="Stefani, Alexander" userId="e319f3de-b3fc-4521-bfee-ebde852756ea" providerId="ADAL" clId="{8807D773-1F4A-4A5F-8E15-0D77CE70C857}" dt="2025-09-22T11:08:13.452" v="1524"/>
          <ac:spMkLst>
            <pc:docMk/>
            <pc:sldMk cId="611040056" sldId="276"/>
            <ac:spMk id="2" creationId="{55588B84-7C07-958D-AD58-A4EF1AEE9605}"/>
          </ac:spMkLst>
        </pc:spChg>
      </pc:sldChg>
      <pc:sldChg chg="addSp modSp mod">
        <pc:chgData name="Stefani, Alexander" userId="e319f3de-b3fc-4521-bfee-ebde852756ea" providerId="ADAL" clId="{8807D773-1F4A-4A5F-8E15-0D77CE70C857}" dt="2025-09-22T11:08:36.565" v="1555" actId="14100"/>
        <pc:sldMkLst>
          <pc:docMk/>
          <pc:sldMk cId="1140754237" sldId="278"/>
        </pc:sldMkLst>
        <pc:spChg chg="add mod">
          <ac:chgData name="Stefani, Alexander" userId="e319f3de-b3fc-4521-bfee-ebde852756ea" providerId="ADAL" clId="{8807D773-1F4A-4A5F-8E15-0D77CE70C857}" dt="2025-09-22T11:08:14.882" v="1525"/>
          <ac:spMkLst>
            <pc:docMk/>
            <pc:sldMk cId="1140754237" sldId="278"/>
            <ac:spMk id="2" creationId="{AD5A9812-76FA-4FCB-E543-9E2AA4C633E1}"/>
          </ac:spMkLst>
        </pc:spChg>
        <pc:spChg chg="mod">
          <ac:chgData name="Stefani, Alexander" userId="e319f3de-b3fc-4521-bfee-ebde852756ea" providerId="ADAL" clId="{8807D773-1F4A-4A5F-8E15-0D77CE70C857}" dt="2025-09-22T11:08:23.527" v="1530" actId="14100"/>
          <ac:spMkLst>
            <pc:docMk/>
            <pc:sldMk cId="1140754237" sldId="278"/>
            <ac:spMk id="12" creationId="{9949CFB8-DF05-6AEA-B666-728E026D9FD7}"/>
          </ac:spMkLst>
        </pc:spChg>
        <pc:spChg chg="mod">
          <ac:chgData name="Stefani, Alexander" userId="e319f3de-b3fc-4521-bfee-ebde852756ea" providerId="ADAL" clId="{8807D773-1F4A-4A5F-8E15-0D77CE70C857}" dt="2025-09-22T11:08:36.565" v="1555" actId="14100"/>
          <ac:spMkLst>
            <pc:docMk/>
            <pc:sldMk cId="1140754237" sldId="278"/>
            <ac:spMk id="16" creationId="{DB60038A-6BE0-9A32-32CD-EE2476468983}"/>
          </ac:spMkLst>
        </pc:spChg>
        <pc:spChg chg="mod">
          <ac:chgData name="Stefani, Alexander" userId="e319f3de-b3fc-4521-bfee-ebde852756ea" providerId="ADAL" clId="{8807D773-1F4A-4A5F-8E15-0D77CE70C857}" dt="2025-09-22T11:08:26.686" v="1535" actId="1076"/>
          <ac:spMkLst>
            <pc:docMk/>
            <pc:sldMk cId="1140754237" sldId="278"/>
            <ac:spMk id="17" creationId="{500DD2B3-6FA0-0EFA-C62B-4EF8B46A519E}"/>
          </ac:spMkLst>
        </pc:spChg>
      </pc:sldChg>
      <pc:sldChg chg="addSp delSp modSp mod modClrScheme chgLayout">
        <pc:chgData name="Stefani, Alexander" userId="e319f3de-b3fc-4521-bfee-ebde852756ea" providerId="ADAL" clId="{8807D773-1F4A-4A5F-8E15-0D77CE70C857}" dt="2025-09-22T11:07:53.649" v="1522" actId="20577"/>
        <pc:sldMkLst>
          <pc:docMk/>
          <pc:sldMk cId="1140117797" sldId="281"/>
        </pc:sldMkLst>
        <pc:spChg chg="add del mod ord">
          <ac:chgData name="Stefani, Alexander" userId="e319f3de-b3fc-4521-bfee-ebde852756ea" providerId="ADAL" clId="{8807D773-1F4A-4A5F-8E15-0D77CE70C857}" dt="2025-09-22T10:36:15.838" v="430"/>
          <ac:spMkLst>
            <pc:docMk/>
            <pc:sldMk cId="1140117797" sldId="281"/>
            <ac:spMk id="2" creationId="{959FD3E0-A866-A61E-E422-E5BE28C3F152}"/>
          </ac:spMkLst>
        </pc:spChg>
        <pc:spChg chg="add mod">
          <ac:chgData name="Stefani, Alexander" userId="e319f3de-b3fc-4521-bfee-ebde852756ea" providerId="ADAL" clId="{8807D773-1F4A-4A5F-8E15-0D77CE70C857}" dt="2025-09-22T11:07:53.649" v="1522" actId="20577"/>
          <ac:spMkLst>
            <pc:docMk/>
            <pc:sldMk cId="1140117797" sldId="281"/>
            <ac:spMk id="3" creationId="{98C5BBE4-ECFF-146C-7AC2-499C0656D328}"/>
          </ac:spMkLst>
        </pc:spChg>
        <pc:spChg chg="mod ord">
          <ac:chgData name="Stefani, Alexander" userId="e319f3de-b3fc-4521-bfee-ebde852756ea" providerId="ADAL" clId="{8807D773-1F4A-4A5F-8E15-0D77CE70C857}" dt="2025-09-22T10:36:15.673" v="429" actId="700"/>
          <ac:spMkLst>
            <pc:docMk/>
            <pc:sldMk cId="1140117797" sldId="281"/>
            <ac:spMk id="4" creationId="{347D7A23-7FD3-16A6-3C7C-36AFF339EE25}"/>
          </ac:spMkLst>
        </pc:spChg>
        <pc:spChg chg="mod ord">
          <ac:chgData name="Stefani, Alexander" userId="e319f3de-b3fc-4521-bfee-ebde852756ea" providerId="ADAL" clId="{8807D773-1F4A-4A5F-8E15-0D77CE70C857}" dt="2025-09-22T10:36:15.673" v="429" actId="700"/>
          <ac:spMkLst>
            <pc:docMk/>
            <pc:sldMk cId="1140117797" sldId="281"/>
            <ac:spMk id="5" creationId="{2CB9515C-E3B2-891C-DA1E-F13071747541}"/>
          </ac:spMkLst>
        </pc:spChg>
        <pc:spChg chg="mod ord">
          <ac:chgData name="Stefani, Alexander" userId="e319f3de-b3fc-4521-bfee-ebde852756ea" providerId="ADAL" clId="{8807D773-1F4A-4A5F-8E15-0D77CE70C857}" dt="2025-09-22T10:36:15.673" v="429" actId="700"/>
          <ac:spMkLst>
            <pc:docMk/>
            <pc:sldMk cId="1140117797" sldId="281"/>
            <ac:spMk id="6" creationId="{D0220CB0-08F3-D12D-641E-5E4F50E85EAE}"/>
          </ac:spMkLst>
        </pc:spChg>
        <pc:spChg chg="mod ord">
          <ac:chgData name="Stefani, Alexander" userId="e319f3de-b3fc-4521-bfee-ebde852756ea" providerId="ADAL" clId="{8807D773-1F4A-4A5F-8E15-0D77CE70C857}" dt="2025-09-22T10:36:18.265" v="434" actId="14100"/>
          <ac:spMkLst>
            <pc:docMk/>
            <pc:sldMk cId="1140117797" sldId="281"/>
            <ac:spMk id="7" creationId="{37F1BA26-0745-5D8E-AC7F-18313CD19188}"/>
          </ac:spMkLst>
        </pc:spChg>
        <pc:spChg chg="mod ord">
          <ac:chgData name="Stefani, Alexander" userId="e319f3de-b3fc-4521-bfee-ebde852756ea" providerId="ADAL" clId="{8807D773-1F4A-4A5F-8E15-0D77CE70C857}" dt="2025-09-22T10:36:15.673" v="429" actId="700"/>
          <ac:spMkLst>
            <pc:docMk/>
            <pc:sldMk cId="1140117797" sldId="281"/>
            <ac:spMk id="8" creationId="{982CB023-388E-43C6-6544-669390A37AE4}"/>
          </ac:spMkLst>
        </pc:spChg>
      </pc:sldChg>
      <pc:sldChg chg="modSp mod">
        <pc:chgData name="Stefani, Alexander" userId="e319f3de-b3fc-4521-bfee-ebde852756ea" providerId="ADAL" clId="{8807D773-1F4A-4A5F-8E15-0D77CE70C857}" dt="2025-09-22T11:33:56.817" v="1598" actId="20577"/>
        <pc:sldMkLst>
          <pc:docMk/>
          <pc:sldMk cId="3520856205" sldId="285"/>
        </pc:sldMkLst>
        <pc:spChg chg="mod">
          <ac:chgData name="Stefani, Alexander" userId="e319f3de-b3fc-4521-bfee-ebde852756ea" providerId="ADAL" clId="{8807D773-1F4A-4A5F-8E15-0D77CE70C857}" dt="2025-09-22T11:33:56.817" v="1598" actId="20577"/>
          <ac:spMkLst>
            <pc:docMk/>
            <pc:sldMk cId="3520856205" sldId="285"/>
            <ac:spMk id="3" creationId="{CE0D2253-2D50-0B88-D1B7-C1963DCDB9DC}"/>
          </ac:spMkLst>
        </pc:spChg>
      </pc:sldChg>
      <pc:sldChg chg="modSp mod">
        <pc:chgData name="Stefani, Alexander" userId="e319f3de-b3fc-4521-bfee-ebde852756ea" providerId="ADAL" clId="{8807D773-1F4A-4A5F-8E15-0D77CE70C857}" dt="2025-09-22T18:00:11.665" v="3265" actId="20577"/>
        <pc:sldMkLst>
          <pc:docMk/>
          <pc:sldMk cId="702191327" sldId="324"/>
        </pc:sldMkLst>
        <pc:spChg chg="mod">
          <ac:chgData name="Stefani, Alexander" userId="e319f3de-b3fc-4521-bfee-ebde852756ea" providerId="ADAL" clId="{8807D773-1F4A-4A5F-8E15-0D77CE70C857}" dt="2025-09-22T18:00:11.665" v="3265" actId="20577"/>
          <ac:spMkLst>
            <pc:docMk/>
            <pc:sldMk cId="702191327" sldId="324"/>
            <ac:spMk id="7" creationId="{51D0A5C1-F49D-9199-0701-8208D46DD9BA}"/>
          </ac:spMkLst>
        </pc:spChg>
      </pc:sldChg>
      <pc:sldChg chg="modSp mod">
        <pc:chgData name="Stefani, Alexander" userId="e319f3de-b3fc-4521-bfee-ebde852756ea" providerId="ADAL" clId="{8807D773-1F4A-4A5F-8E15-0D77CE70C857}" dt="2025-09-23T10:42:07.493" v="3493" actId="20577"/>
        <pc:sldMkLst>
          <pc:docMk/>
          <pc:sldMk cId="649156488" sldId="339"/>
        </pc:sldMkLst>
        <pc:spChg chg="mod">
          <ac:chgData name="Stefani, Alexander" userId="e319f3de-b3fc-4521-bfee-ebde852756ea" providerId="ADAL" clId="{8807D773-1F4A-4A5F-8E15-0D77CE70C857}" dt="2025-09-23T10:42:07.493" v="3493" actId="20577"/>
          <ac:spMkLst>
            <pc:docMk/>
            <pc:sldMk cId="649156488" sldId="339"/>
            <ac:spMk id="3" creationId="{954640A7-8DA0-0DCF-5B6A-80753C3051D9}"/>
          </ac:spMkLst>
        </pc:spChg>
      </pc:sldChg>
      <pc:sldChg chg="modSp mod">
        <pc:chgData name="Stefani, Alexander" userId="e319f3de-b3fc-4521-bfee-ebde852756ea" providerId="ADAL" clId="{8807D773-1F4A-4A5F-8E15-0D77CE70C857}" dt="2025-09-22T10:45:59.019" v="547" actId="20577"/>
        <pc:sldMkLst>
          <pc:docMk/>
          <pc:sldMk cId="3818921447" sldId="340"/>
        </pc:sldMkLst>
        <pc:spChg chg="mod">
          <ac:chgData name="Stefani, Alexander" userId="e319f3de-b3fc-4521-bfee-ebde852756ea" providerId="ADAL" clId="{8807D773-1F4A-4A5F-8E15-0D77CE70C857}" dt="2025-09-22T10:45:59.019" v="547" actId="20577"/>
          <ac:spMkLst>
            <pc:docMk/>
            <pc:sldMk cId="3818921447" sldId="340"/>
            <ac:spMk id="3" creationId="{A390579F-B339-6801-AE26-12CBCB2160FE}"/>
          </ac:spMkLst>
        </pc:spChg>
      </pc:sldChg>
      <pc:sldChg chg="modSp mod">
        <pc:chgData name="Stefani, Alexander" userId="e319f3de-b3fc-4521-bfee-ebde852756ea" providerId="ADAL" clId="{8807D773-1F4A-4A5F-8E15-0D77CE70C857}" dt="2025-09-22T10:46:15.852" v="548"/>
        <pc:sldMkLst>
          <pc:docMk/>
          <pc:sldMk cId="906220140" sldId="342"/>
        </pc:sldMkLst>
        <pc:spChg chg="mod">
          <ac:chgData name="Stefani, Alexander" userId="e319f3de-b3fc-4521-bfee-ebde852756ea" providerId="ADAL" clId="{8807D773-1F4A-4A5F-8E15-0D77CE70C857}" dt="2025-09-22T10:46:15.852" v="548"/>
          <ac:spMkLst>
            <pc:docMk/>
            <pc:sldMk cId="906220140" sldId="342"/>
            <ac:spMk id="3" creationId="{30E8478B-522F-025C-92AC-4E48F194D66A}"/>
          </ac:spMkLst>
        </pc:spChg>
      </pc:sldChg>
      <pc:sldChg chg="addSp delSp modSp mod">
        <pc:chgData name="Stefani, Alexander" userId="e319f3de-b3fc-4521-bfee-ebde852756ea" providerId="ADAL" clId="{8807D773-1F4A-4A5F-8E15-0D77CE70C857}" dt="2025-09-22T16:41:34.199" v="3079"/>
        <pc:sldMkLst>
          <pc:docMk/>
          <pc:sldMk cId="2843491597" sldId="380"/>
        </pc:sldMkLst>
        <pc:spChg chg="add del mod">
          <ac:chgData name="Stefani, Alexander" userId="e319f3de-b3fc-4521-bfee-ebde852756ea" providerId="ADAL" clId="{8807D773-1F4A-4A5F-8E15-0D77CE70C857}" dt="2025-09-22T13:00:15.237" v="2242"/>
          <ac:spMkLst>
            <pc:docMk/>
            <pc:sldMk cId="2843491597" sldId="380"/>
            <ac:spMk id="3" creationId="{B30D93B2-8430-52C2-CDB5-6F0B44D50FC0}"/>
          </ac:spMkLst>
        </pc:spChg>
        <pc:spChg chg="add del mod">
          <ac:chgData name="Stefani, Alexander" userId="e319f3de-b3fc-4521-bfee-ebde852756ea" providerId="ADAL" clId="{8807D773-1F4A-4A5F-8E15-0D77CE70C857}" dt="2025-09-22T16:41:34.199" v="3079"/>
          <ac:spMkLst>
            <pc:docMk/>
            <pc:sldMk cId="2843491597" sldId="380"/>
            <ac:spMk id="7" creationId="{CB8E9A8D-E65B-49A3-B0A1-8C412D491F36}"/>
          </ac:spMkLst>
        </pc:spChg>
        <pc:picChg chg="add mod">
          <ac:chgData name="Stefani, Alexander" userId="e319f3de-b3fc-4521-bfee-ebde852756ea" providerId="ADAL" clId="{8807D773-1F4A-4A5F-8E15-0D77CE70C857}" dt="2025-09-22T16:41:34.199" v="3079"/>
          <ac:picMkLst>
            <pc:docMk/>
            <pc:sldMk cId="2843491597" sldId="380"/>
            <ac:picMk id="8" creationId="{4B9EA845-8B82-284E-7CDC-4959C3319F63}"/>
          </ac:picMkLst>
        </pc:picChg>
        <pc:picChg chg="add del mod">
          <ac:chgData name="Stefani, Alexander" userId="e319f3de-b3fc-4521-bfee-ebde852756ea" providerId="ADAL" clId="{8807D773-1F4A-4A5F-8E15-0D77CE70C857}" dt="2025-09-22T16:41:24.028" v="3076" actId="478"/>
          <ac:picMkLst>
            <pc:docMk/>
            <pc:sldMk cId="2843491597" sldId="380"/>
            <ac:picMk id="1026" creationId="{7B19CF3F-0CC3-CA50-B433-0BFC229D6509}"/>
          </ac:picMkLst>
        </pc:picChg>
        <pc:picChg chg="del">
          <ac:chgData name="Stefani, Alexander" userId="e319f3de-b3fc-4521-bfee-ebde852756ea" providerId="ADAL" clId="{8807D773-1F4A-4A5F-8E15-0D77CE70C857}" dt="2025-09-22T13:00:03.551" v="2238" actId="478"/>
          <ac:picMkLst>
            <pc:docMk/>
            <pc:sldMk cId="2843491597" sldId="380"/>
            <ac:picMk id="1028" creationId="{5D30888D-ED54-87F4-A682-B7DFEF756E41}"/>
          </ac:picMkLst>
        </pc:picChg>
      </pc:sldChg>
      <pc:sldChg chg="addSp modSp mod modClrScheme chgLayout">
        <pc:chgData name="Stefani, Alexander" userId="e319f3de-b3fc-4521-bfee-ebde852756ea" providerId="ADAL" clId="{8807D773-1F4A-4A5F-8E15-0D77CE70C857}" dt="2025-09-22T16:36:06.013" v="3075" actId="20577"/>
        <pc:sldMkLst>
          <pc:docMk/>
          <pc:sldMk cId="2772628510" sldId="457"/>
        </pc:sldMkLst>
        <pc:spChg chg="mod ord">
          <ac:chgData name="Stefani, Alexander" userId="e319f3de-b3fc-4521-bfee-ebde852756ea" providerId="ADAL" clId="{8807D773-1F4A-4A5F-8E15-0D77CE70C857}" dt="2025-09-22T12:10:15.077" v="1704" actId="700"/>
          <ac:spMkLst>
            <pc:docMk/>
            <pc:sldMk cId="2772628510" sldId="457"/>
            <ac:spMk id="2" creationId="{3855C65E-81C9-8FC9-5248-9CCE78DBBD2A}"/>
          </ac:spMkLst>
        </pc:spChg>
        <pc:spChg chg="add mod ord">
          <ac:chgData name="Stefani, Alexander" userId="e319f3de-b3fc-4521-bfee-ebde852756ea" providerId="ADAL" clId="{8807D773-1F4A-4A5F-8E15-0D77CE70C857}" dt="2025-09-22T16:33:15.989" v="3000" actId="14100"/>
          <ac:spMkLst>
            <pc:docMk/>
            <pc:sldMk cId="2772628510" sldId="457"/>
            <ac:spMk id="3" creationId="{07139775-FE59-1039-F41E-96F5ED864AE0}"/>
          </ac:spMkLst>
        </pc:spChg>
        <pc:spChg chg="mod ord">
          <ac:chgData name="Stefani, Alexander" userId="e319f3de-b3fc-4521-bfee-ebde852756ea" providerId="ADAL" clId="{8807D773-1F4A-4A5F-8E15-0D77CE70C857}" dt="2025-09-22T12:10:15.077" v="1704" actId="700"/>
          <ac:spMkLst>
            <pc:docMk/>
            <pc:sldMk cId="2772628510" sldId="457"/>
            <ac:spMk id="4" creationId="{D51B5A93-3294-92F5-CE7E-C78C89AA9684}"/>
          </ac:spMkLst>
        </pc:spChg>
        <pc:spChg chg="mod ord">
          <ac:chgData name="Stefani, Alexander" userId="e319f3de-b3fc-4521-bfee-ebde852756ea" providerId="ADAL" clId="{8807D773-1F4A-4A5F-8E15-0D77CE70C857}" dt="2025-09-22T12:10:15.077" v="1704" actId="700"/>
          <ac:spMkLst>
            <pc:docMk/>
            <pc:sldMk cId="2772628510" sldId="457"/>
            <ac:spMk id="5" creationId="{C60985FE-CDF2-B790-5821-6DAB3E2F799B}"/>
          </ac:spMkLst>
        </pc:spChg>
        <pc:spChg chg="mod ord">
          <ac:chgData name="Stefani, Alexander" userId="e319f3de-b3fc-4521-bfee-ebde852756ea" providerId="ADAL" clId="{8807D773-1F4A-4A5F-8E15-0D77CE70C857}" dt="2025-09-22T12:10:15.077" v="1704" actId="700"/>
          <ac:spMkLst>
            <pc:docMk/>
            <pc:sldMk cId="2772628510" sldId="457"/>
            <ac:spMk id="6" creationId="{26C01221-57FB-C7F5-406F-75D74942B463}"/>
          </ac:spMkLst>
        </pc:spChg>
        <pc:graphicFrameChg chg="mod ord modGraphic">
          <ac:chgData name="Stefani, Alexander" userId="e319f3de-b3fc-4521-bfee-ebde852756ea" providerId="ADAL" clId="{8807D773-1F4A-4A5F-8E15-0D77CE70C857}" dt="2025-09-22T16:36:06.013" v="3075" actId="20577"/>
          <ac:graphicFrameMkLst>
            <pc:docMk/>
            <pc:sldMk cId="2772628510" sldId="457"/>
            <ac:graphicFrameMk id="7" creationId="{4B0EA0AB-89E3-C8A5-D553-573DC9D03AFD}"/>
          </ac:graphicFrameMkLst>
        </pc:graphicFrameChg>
      </pc:sldChg>
      <pc:sldChg chg="modSp mod">
        <pc:chgData name="Stefani, Alexander" userId="e319f3de-b3fc-4521-bfee-ebde852756ea" providerId="ADAL" clId="{8807D773-1F4A-4A5F-8E15-0D77CE70C857}" dt="2025-09-22T16:06:52.448" v="2857" actId="20577"/>
        <pc:sldMkLst>
          <pc:docMk/>
          <pc:sldMk cId="147478184" sldId="473"/>
        </pc:sldMkLst>
        <pc:spChg chg="mod">
          <ac:chgData name="Stefani, Alexander" userId="e319f3de-b3fc-4521-bfee-ebde852756ea" providerId="ADAL" clId="{8807D773-1F4A-4A5F-8E15-0D77CE70C857}" dt="2025-09-22T16:06:52.448" v="2857" actId="20577"/>
          <ac:spMkLst>
            <pc:docMk/>
            <pc:sldMk cId="147478184" sldId="473"/>
            <ac:spMk id="3" creationId="{798886BB-7CFF-7026-B2AB-30025F0B4A4B}"/>
          </ac:spMkLst>
        </pc:spChg>
        <pc:graphicFrameChg chg="modGraphic">
          <ac:chgData name="Stefani, Alexander" userId="e319f3de-b3fc-4521-bfee-ebde852756ea" providerId="ADAL" clId="{8807D773-1F4A-4A5F-8E15-0D77CE70C857}" dt="2025-09-22T16:03:03.418" v="2669" actId="20577"/>
          <ac:graphicFrameMkLst>
            <pc:docMk/>
            <pc:sldMk cId="147478184" sldId="473"/>
            <ac:graphicFrameMk id="7" creationId="{4E774BC1-513A-7B36-EE27-FB83FC916BCF}"/>
          </ac:graphicFrameMkLst>
        </pc:graphicFrameChg>
      </pc:sldChg>
      <pc:sldChg chg="modSp mod">
        <pc:chgData name="Stefani, Alexander" userId="e319f3de-b3fc-4521-bfee-ebde852756ea" providerId="ADAL" clId="{8807D773-1F4A-4A5F-8E15-0D77CE70C857}" dt="2025-09-22T13:22:23.263" v="2660" actId="20577"/>
        <pc:sldMkLst>
          <pc:docMk/>
          <pc:sldMk cId="2617279784" sldId="483"/>
        </pc:sldMkLst>
        <pc:spChg chg="mod">
          <ac:chgData name="Stefani, Alexander" userId="e319f3de-b3fc-4521-bfee-ebde852756ea" providerId="ADAL" clId="{8807D773-1F4A-4A5F-8E15-0D77CE70C857}" dt="2025-09-22T12:03:55.598" v="1674" actId="790"/>
          <ac:spMkLst>
            <pc:docMk/>
            <pc:sldMk cId="2617279784" sldId="483"/>
            <ac:spMk id="2" creationId="{4341FA25-3110-0D7F-9E21-A4B6AC48FB39}"/>
          </ac:spMkLst>
        </pc:spChg>
        <pc:spChg chg="mod">
          <ac:chgData name="Stefani, Alexander" userId="e319f3de-b3fc-4521-bfee-ebde852756ea" providerId="ADAL" clId="{8807D773-1F4A-4A5F-8E15-0D77CE70C857}" dt="2025-09-22T13:22:23.263" v="2660" actId="20577"/>
          <ac:spMkLst>
            <pc:docMk/>
            <pc:sldMk cId="2617279784" sldId="483"/>
            <ac:spMk id="3" creationId="{E203BF59-68C2-3EB3-823A-B9F83C105017}"/>
          </ac:spMkLst>
        </pc:spChg>
        <pc:spChg chg="mod">
          <ac:chgData name="Stefani, Alexander" userId="e319f3de-b3fc-4521-bfee-ebde852756ea" providerId="ADAL" clId="{8807D773-1F4A-4A5F-8E15-0D77CE70C857}" dt="2025-09-22T12:03:55.598" v="1674" actId="790"/>
          <ac:spMkLst>
            <pc:docMk/>
            <pc:sldMk cId="2617279784" sldId="483"/>
            <ac:spMk id="4" creationId="{5D70AEB2-0FB4-2790-2C03-B260BC272291}"/>
          </ac:spMkLst>
        </pc:spChg>
        <pc:spChg chg="mod">
          <ac:chgData name="Stefani, Alexander" userId="e319f3de-b3fc-4521-bfee-ebde852756ea" providerId="ADAL" clId="{8807D773-1F4A-4A5F-8E15-0D77CE70C857}" dt="2025-09-22T12:03:55.598" v="1674" actId="790"/>
          <ac:spMkLst>
            <pc:docMk/>
            <pc:sldMk cId="2617279784" sldId="483"/>
            <ac:spMk id="5" creationId="{35A1DE25-961E-496C-2C14-DA4D89190383}"/>
          </ac:spMkLst>
        </pc:spChg>
        <pc:spChg chg="mod">
          <ac:chgData name="Stefani, Alexander" userId="e319f3de-b3fc-4521-bfee-ebde852756ea" providerId="ADAL" clId="{8807D773-1F4A-4A5F-8E15-0D77CE70C857}" dt="2025-09-22T12:03:55.598" v="1674" actId="790"/>
          <ac:spMkLst>
            <pc:docMk/>
            <pc:sldMk cId="2617279784" sldId="483"/>
            <ac:spMk id="6" creationId="{B4065232-A2C9-D3CB-6938-EB31B3BCCDC1}"/>
          </ac:spMkLst>
        </pc:spChg>
        <pc:graphicFrameChg chg="mod modGraphic">
          <ac:chgData name="Stefani, Alexander" userId="e319f3de-b3fc-4521-bfee-ebde852756ea" providerId="ADAL" clId="{8807D773-1F4A-4A5F-8E15-0D77CE70C857}" dt="2025-09-22T13:17:57.932" v="2645" actId="20577"/>
          <ac:graphicFrameMkLst>
            <pc:docMk/>
            <pc:sldMk cId="2617279784" sldId="483"/>
            <ac:graphicFrameMk id="7" creationId="{B372B2E6-1D43-E17A-B774-B5D1BF7DF568}"/>
          </ac:graphicFrameMkLst>
        </pc:graphicFrameChg>
      </pc:sldChg>
      <pc:sldChg chg="modSp mod">
        <pc:chgData name="Stefani, Alexander" userId="e319f3de-b3fc-4521-bfee-ebde852756ea" providerId="ADAL" clId="{8807D773-1F4A-4A5F-8E15-0D77CE70C857}" dt="2025-09-22T21:32:10.145" v="3412" actId="20577"/>
        <pc:sldMkLst>
          <pc:docMk/>
          <pc:sldMk cId="2027650610" sldId="515"/>
        </pc:sldMkLst>
        <pc:spChg chg="mod">
          <ac:chgData name="Stefani, Alexander" userId="e319f3de-b3fc-4521-bfee-ebde852756ea" providerId="ADAL" clId="{8807D773-1F4A-4A5F-8E15-0D77CE70C857}" dt="2025-09-22T21:20:37.365" v="3310" actId="139"/>
          <ac:spMkLst>
            <pc:docMk/>
            <pc:sldMk cId="2027650610" sldId="515"/>
            <ac:spMk id="2" creationId="{68CE5EFF-4B59-0832-7683-4778833B16F9}"/>
          </ac:spMkLst>
        </pc:spChg>
        <pc:graphicFrameChg chg="mod modGraphic">
          <ac:chgData name="Stefani, Alexander" userId="e319f3de-b3fc-4521-bfee-ebde852756ea" providerId="ADAL" clId="{8807D773-1F4A-4A5F-8E15-0D77CE70C857}" dt="2025-09-22T21:32:10.145" v="3412" actId="20577"/>
          <ac:graphicFrameMkLst>
            <pc:docMk/>
            <pc:sldMk cId="2027650610" sldId="515"/>
            <ac:graphicFrameMk id="12" creationId="{09A69CF8-2D0A-78D3-9E1C-7ABB2B3FC605}"/>
          </ac:graphicFrameMkLst>
        </pc:graphicFrameChg>
      </pc:sldChg>
      <pc:sldChg chg="modSp mod">
        <pc:chgData name="Stefani, Alexander" userId="e319f3de-b3fc-4521-bfee-ebde852756ea" providerId="ADAL" clId="{8807D773-1F4A-4A5F-8E15-0D77CE70C857}" dt="2025-09-22T12:42:39.635" v="2237"/>
        <pc:sldMkLst>
          <pc:docMk/>
          <pc:sldMk cId="3128068244" sldId="529"/>
        </pc:sldMkLst>
        <pc:spChg chg="mod">
          <ac:chgData name="Stefani, Alexander" userId="e319f3de-b3fc-4521-bfee-ebde852756ea" providerId="ADAL" clId="{8807D773-1F4A-4A5F-8E15-0D77CE70C857}" dt="2025-09-22T12:42:39.635" v="2237"/>
          <ac:spMkLst>
            <pc:docMk/>
            <pc:sldMk cId="3128068244" sldId="529"/>
            <ac:spMk id="8" creationId="{A0377C29-6CFA-8B5E-CC5A-5055BFDA7210}"/>
          </ac:spMkLst>
        </pc:spChg>
      </pc:sldChg>
      <pc:sldChg chg="delSp modSp add mod modClrScheme chgLayout">
        <pc:chgData name="Stefani, Alexander" userId="e319f3de-b3fc-4521-bfee-ebde852756ea" providerId="ADAL" clId="{8807D773-1F4A-4A5F-8E15-0D77CE70C857}" dt="2025-09-22T11:00:09.544" v="1427" actId="20577"/>
        <pc:sldMkLst>
          <pc:docMk/>
          <pc:sldMk cId="4080959522" sldId="533"/>
        </pc:sldMkLst>
        <pc:spChg chg="mod ord">
          <ac:chgData name="Stefani, Alexander" userId="e319f3de-b3fc-4521-bfee-ebde852756ea" providerId="ADAL" clId="{8807D773-1F4A-4A5F-8E15-0D77CE70C857}" dt="2025-09-22T10:56:07.466" v="1090" actId="20577"/>
          <ac:spMkLst>
            <pc:docMk/>
            <pc:sldMk cId="4080959522" sldId="533"/>
            <ac:spMk id="2" creationId="{FC458121-0C7C-34A1-78AA-7F7F08206060}"/>
          </ac:spMkLst>
        </pc:spChg>
        <pc:spChg chg="mod ord">
          <ac:chgData name="Stefani, Alexander" userId="e319f3de-b3fc-4521-bfee-ebde852756ea" providerId="ADAL" clId="{8807D773-1F4A-4A5F-8E15-0D77CE70C857}" dt="2025-09-22T10:49:44.597" v="668" actId="700"/>
          <ac:spMkLst>
            <pc:docMk/>
            <pc:sldMk cId="4080959522" sldId="533"/>
            <ac:spMk id="4" creationId="{6F3EE03E-802B-02F9-F018-EB734DC5EAF8}"/>
          </ac:spMkLst>
        </pc:spChg>
        <pc:spChg chg="mod ord">
          <ac:chgData name="Stefani, Alexander" userId="e319f3de-b3fc-4521-bfee-ebde852756ea" providerId="ADAL" clId="{8807D773-1F4A-4A5F-8E15-0D77CE70C857}" dt="2025-09-22T10:49:44.597" v="668" actId="700"/>
          <ac:spMkLst>
            <pc:docMk/>
            <pc:sldMk cId="4080959522" sldId="533"/>
            <ac:spMk id="5" creationId="{F18B2C22-10B7-B6CE-7657-B1C8BDC01816}"/>
          </ac:spMkLst>
        </pc:spChg>
        <pc:spChg chg="mod ord">
          <ac:chgData name="Stefani, Alexander" userId="e319f3de-b3fc-4521-bfee-ebde852756ea" providerId="ADAL" clId="{8807D773-1F4A-4A5F-8E15-0D77CE70C857}" dt="2025-09-22T10:49:44.597" v="668" actId="700"/>
          <ac:spMkLst>
            <pc:docMk/>
            <pc:sldMk cId="4080959522" sldId="533"/>
            <ac:spMk id="6" creationId="{F1939D80-A2C4-D385-1EAB-A52119125800}"/>
          </ac:spMkLst>
        </pc:spChg>
        <pc:spChg chg="mod ord">
          <ac:chgData name="Stefani, Alexander" userId="e319f3de-b3fc-4521-bfee-ebde852756ea" providerId="ADAL" clId="{8807D773-1F4A-4A5F-8E15-0D77CE70C857}" dt="2025-09-22T10:49:44.597" v="668" actId="700"/>
          <ac:spMkLst>
            <pc:docMk/>
            <pc:sldMk cId="4080959522" sldId="533"/>
            <ac:spMk id="9" creationId="{9D26C5F6-02BF-6124-382C-089753BCDCC3}"/>
          </ac:spMkLst>
        </pc:spChg>
        <pc:spChg chg="mod ord">
          <ac:chgData name="Stefani, Alexander" userId="e319f3de-b3fc-4521-bfee-ebde852756ea" providerId="ADAL" clId="{8807D773-1F4A-4A5F-8E15-0D77CE70C857}" dt="2025-09-22T11:00:09.544" v="1427" actId="20577"/>
          <ac:spMkLst>
            <pc:docMk/>
            <pc:sldMk cId="4080959522" sldId="533"/>
            <ac:spMk id="10" creationId="{F8B214EC-FB99-3F79-D9F5-C8A34A11F95D}"/>
          </ac:spMkLst>
        </pc:spChg>
        <pc:spChg chg="del mod ord">
          <ac:chgData name="Stefani, Alexander" userId="e319f3de-b3fc-4521-bfee-ebde852756ea" providerId="ADAL" clId="{8807D773-1F4A-4A5F-8E15-0D77CE70C857}" dt="2025-09-22T10:49:48.453" v="670" actId="478"/>
          <ac:spMkLst>
            <pc:docMk/>
            <pc:sldMk cId="4080959522" sldId="533"/>
            <ac:spMk id="12" creationId="{E39F6DF3-5CEC-2F11-A44E-CA2D6C1B7A93}"/>
          </ac:spMkLst>
        </pc:spChg>
        <pc:picChg chg="del mod ord">
          <ac:chgData name="Stefani, Alexander" userId="e319f3de-b3fc-4521-bfee-ebde852756ea" providerId="ADAL" clId="{8807D773-1F4A-4A5F-8E15-0D77CE70C857}" dt="2025-09-22T10:49:46.893" v="669" actId="478"/>
          <ac:picMkLst>
            <pc:docMk/>
            <pc:sldMk cId="4080959522" sldId="533"/>
            <ac:picMk id="3074" creationId="{C2CD0A7D-03D7-DE33-AFDB-8DA926A4344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6CB0C6-74DA-4258-9FF5-316BA36A731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4E04CCC-A420-4168-9983-E38C8FCA18D8}">
      <dgm:prSet phldrT="[Text]"/>
      <dgm:spPr/>
      <dgm:t>
        <a:bodyPr/>
        <a:lstStyle/>
        <a:p>
          <a:r>
            <a:rPr lang="de-DE" dirty="0"/>
            <a:t>Grundlagen</a:t>
          </a:r>
        </a:p>
      </dgm:t>
    </dgm:pt>
    <dgm:pt modelId="{F18FB81B-B2D6-4F07-A429-F79586309B29}" type="parTrans" cxnId="{397D415B-B941-4587-9837-C4653DE792DD}">
      <dgm:prSet/>
      <dgm:spPr/>
      <dgm:t>
        <a:bodyPr/>
        <a:lstStyle/>
        <a:p>
          <a:endParaRPr lang="de-DE"/>
        </a:p>
      </dgm:t>
    </dgm:pt>
    <dgm:pt modelId="{630714AC-02FD-47BC-B3EA-B4442A8BC96C}" type="sibTrans" cxnId="{397D415B-B941-4587-9837-C4653DE792DD}">
      <dgm:prSet/>
      <dgm:spPr/>
      <dgm:t>
        <a:bodyPr/>
        <a:lstStyle/>
        <a:p>
          <a:endParaRPr lang="de-DE"/>
        </a:p>
      </dgm:t>
    </dgm:pt>
    <dgm:pt modelId="{AF0EE75E-AD65-4280-A57F-E3DAB48922E0}">
      <dgm:prSet phldrT="[Text]"/>
      <dgm:spPr/>
      <dgm:t>
        <a:bodyPr/>
        <a:lstStyle/>
        <a:p>
          <a:r>
            <a:rPr lang="de-DE" dirty="0"/>
            <a:t>Erste Schritte</a:t>
          </a:r>
        </a:p>
      </dgm:t>
    </dgm:pt>
    <dgm:pt modelId="{7759C6C1-A40E-4913-89D6-277D1AE9A1AD}" type="parTrans" cxnId="{3EDEF9B0-58AC-498B-B7C4-E9EDE6CC8A00}">
      <dgm:prSet/>
      <dgm:spPr/>
      <dgm:t>
        <a:bodyPr/>
        <a:lstStyle/>
        <a:p>
          <a:endParaRPr lang="de-DE"/>
        </a:p>
      </dgm:t>
    </dgm:pt>
    <dgm:pt modelId="{130E6A0E-2217-4D77-BAF0-F2DCB5516D0B}" type="sibTrans" cxnId="{3EDEF9B0-58AC-498B-B7C4-E9EDE6CC8A00}">
      <dgm:prSet/>
      <dgm:spPr/>
      <dgm:t>
        <a:bodyPr/>
        <a:lstStyle/>
        <a:p>
          <a:endParaRPr lang="de-DE"/>
        </a:p>
      </dgm:t>
    </dgm:pt>
    <dgm:pt modelId="{573A52F4-51F6-47D7-B130-13DBCA8EF0D9}">
      <dgm:prSet phldrT="[Text]"/>
      <dgm:spPr/>
      <dgm:t>
        <a:bodyPr/>
        <a:lstStyle/>
        <a:p>
          <a:r>
            <a:rPr lang="de-DE" dirty="0"/>
            <a:t>Modellierungssprache</a:t>
          </a:r>
        </a:p>
      </dgm:t>
    </dgm:pt>
    <dgm:pt modelId="{06BD1228-2A95-462D-8EB5-6CC44010D704}" type="parTrans" cxnId="{76A9B747-4AA3-4FE8-B477-3EC540EF657B}">
      <dgm:prSet/>
      <dgm:spPr/>
      <dgm:t>
        <a:bodyPr/>
        <a:lstStyle/>
        <a:p>
          <a:endParaRPr lang="de-DE"/>
        </a:p>
      </dgm:t>
    </dgm:pt>
    <dgm:pt modelId="{2406DF7D-6E95-4AEA-AA15-4CACC7646D06}" type="sibTrans" cxnId="{76A9B747-4AA3-4FE8-B477-3EC540EF657B}">
      <dgm:prSet/>
      <dgm:spPr/>
      <dgm:t>
        <a:bodyPr/>
        <a:lstStyle/>
        <a:p>
          <a:endParaRPr lang="de-DE"/>
        </a:p>
      </dgm:t>
    </dgm:pt>
    <dgm:pt modelId="{0FA09546-64F2-486F-BB64-C012C1013E86}">
      <dgm:prSet phldrT="[Text]"/>
      <dgm:spPr/>
      <dgm:t>
        <a:bodyPr/>
        <a:lstStyle/>
        <a:p>
          <a:r>
            <a:rPr lang="de-DE" dirty="0"/>
            <a:t>Systemfunktionen</a:t>
          </a:r>
        </a:p>
      </dgm:t>
    </dgm:pt>
    <dgm:pt modelId="{0CF9F30C-38FD-4953-A4C6-23D01FEAAC25}" type="parTrans" cxnId="{9126A885-4919-4711-973B-153A30AF2573}">
      <dgm:prSet/>
      <dgm:spPr/>
      <dgm:t>
        <a:bodyPr/>
        <a:lstStyle/>
        <a:p>
          <a:endParaRPr lang="de-DE"/>
        </a:p>
      </dgm:t>
    </dgm:pt>
    <dgm:pt modelId="{D6EEF994-C948-402E-9DBD-AE3BC17BF0BF}" type="sibTrans" cxnId="{9126A885-4919-4711-973B-153A30AF2573}">
      <dgm:prSet/>
      <dgm:spPr/>
      <dgm:t>
        <a:bodyPr/>
        <a:lstStyle/>
        <a:p>
          <a:endParaRPr lang="de-DE"/>
        </a:p>
      </dgm:t>
    </dgm:pt>
    <dgm:pt modelId="{62FB27C5-4710-438E-B772-CCC0ED38D92D}">
      <dgm:prSet phldrT="[Text]"/>
      <dgm:spPr/>
      <dgm:t>
        <a:bodyPr/>
        <a:lstStyle/>
        <a:p>
          <a:r>
            <a:rPr lang="de-DE" dirty="0"/>
            <a:t>Kontext und allgemeine Informationen zum LeMoS</a:t>
          </a:r>
        </a:p>
      </dgm:t>
    </dgm:pt>
    <dgm:pt modelId="{2B0CCFC1-04E7-440A-86B6-14293E7C25AE}" type="parTrans" cxnId="{164D66CE-4DAC-4699-A14E-F4CC3085D0A5}">
      <dgm:prSet/>
      <dgm:spPr/>
      <dgm:t>
        <a:bodyPr/>
        <a:lstStyle/>
        <a:p>
          <a:endParaRPr lang="de-DE"/>
        </a:p>
      </dgm:t>
    </dgm:pt>
    <dgm:pt modelId="{B8D6487A-091E-4710-929F-4627554284E1}" type="sibTrans" cxnId="{164D66CE-4DAC-4699-A14E-F4CC3085D0A5}">
      <dgm:prSet/>
      <dgm:spPr/>
      <dgm:t>
        <a:bodyPr/>
        <a:lstStyle/>
        <a:p>
          <a:endParaRPr lang="de-DE"/>
        </a:p>
      </dgm:t>
    </dgm:pt>
    <dgm:pt modelId="{CD9C7F27-966F-4673-BAC8-8132F0C7278A}">
      <dgm:prSet phldrT="[Text]"/>
      <dgm:spPr/>
      <dgm:t>
        <a:bodyPr/>
        <a:lstStyle/>
        <a:p>
          <a:r>
            <a:rPr lang="de-DE" dirty="0"/>
            <a:t>Exemplarische Modellierung eines Lernmoduls</a:t>
          </a:r>
        </a:p>
      </dgm:t>
    </dgm:pt>
    <dgm:pt modelId="{BAF929AD-804F-4CC5-BCC5-EB965608E747}" type="parTrans" cxnId="{58BEF94A-1108-4287-91C4-E02B7E7E3C44}">
      <dgm:prSet/>
      <dgm:spPr/>
      <dgm:t>
        <a:bodyPr/>
        <a:lstStyle/>
        <a:p>
          <a:endParaRPr lang="de-DE"/>
        </a:p>
      </dgm:t>
    </dgm:pt>
    <dgm:pt modelId="{5187CA62-8F1C-4D6A-98A4-846BDFD94099}" type="sibTrans" cxnId="{58BEF94A-1108-4287-91C4-E02B7E7E3C44}">
      <dgm:prSet/>
      <dgm:spPr/>
      <dgm:t>
        <a:bodyPr/>
        <a:lstStyle/>
        <a:p>
          <a:endParaRPr lang="de-DE"/>
        </a:p>
      </dgm:t>
    </dgm:pt>
    <dgm:pt modelId="{42132991-0F20-4E3B-9423-DAFA3C06CD20}">
      <dgm:prSet phldrT="[Text]"/>
      <dgm:spPr/>
      <dgm:t>
        <a:bodyPr/>
        <a:lstStyle/>
        <a:p>
          <a:r>
            <a:rPr lang="de-DE" dirty="0"/>
            <a:t>Spezifikation aller Konfigurationsmöglichkeiten des LeMoS</a:t>
          </a:r>
        </a:p>
      </dgm:t>
    </dgm:pt>
    <dgm:pt modelId="{5BA28336-2140-484E-BD0B-1AF15686C4D4}" type="parTrans" cxnId="{97DC6CF6-DB41-44FE-88D5-840E61D0AD3C}">
      <dgm:prSet/>
      <dgm:spPr/>
      <dgm:t>
        <a:bodyPr/>
        <a:lstStyle/>
        <a:p>
          <a:endParaRPr lang="de-DE"/>
        </a:p>
      </dgm:t>
    </dgm:pt>
    <dgm:pt modelId="{45399322-3837-4C0B-A717-40B45063ECAE}" type="sibTrans" cxnId="{97DC6CF6-DB41-44FE-88D5-840E61D0AD3C}">
      <dgm:prSet/>
      <dgm:spPr/>
      <dgm:t>
        <a:bodyPr/>
        <a:lstStyle/>
        <a:p>
          <a:endParaRPr lang="de-DE"/>
        </a:p>
      </dgm:t>
    </dgm:pt>
    <dgm:pt modelId="{6322FEE3-CE3C-4C93-9D22-25DCA9C92494}">
      <dgm:prSet phldrT="[Text]"/>
      <dgm:spPr/>
      <dgm:t>
        <a:bodyPr/>
        <a:lstStyle/>
        <a:p>
          <a:r>
            <a:rPr lang="de-DE" dirty="0"/>
            <a:t>Spezifikation aller vom LeMoS bereitgestellten Funktionen</a:t>
          </a:r>
        </a:p>
      </dgm:t>
    </dgm:pt>
    <dgm:pt modelId="{36ED9F45-A209-4D2E-8074-E9A2271350FE}" type="parTrans" cxnId="{FC27D40F-3372-481C-90C4-EF46D8D3CCB6}">
      <dgm:prSet/>
      <dgm:spPr/>
      <dgm:t>
        <a:bodyPr/>
        <a:lstStyle/>
        <a:p>
          <a:endParaRPr lang="de-DE"/>
        </a:p>
      </dgm:t>
    </dgm:pt>
    <dgm:pt modelId="{D6DF6025-758A-4F00-871C-8E95B8B0A4E9}" type="sibTrans" cxnId="{FC27D40F-3372-481C-90C4-EF46D8D3CCB6}">
      <dgm:prSet/>
      <dgm:spPr/>
      <dgm:t>
        <a:bodyPr/>
        <a:lstStyle/>
        <a:p>
          <a:endParaRPr lang="de-DE"/>
        </a:p>
      </dgm:t>
    </dgm:pt>
    <dgm:pt modelId="{E2882F82-54DB-4398-B15A-34D85CA1F644}">
      <dgm:prSet phldrT="[Text]"/>
      <dgm:spPr/>
      <dgm:t>
        <a:bodyPr/>
        <a:lstStyle/>
        <a:p>
          <a:r>
            <a:rPr lang="de-DE" dirty="0"/>
            <a:t>Vorgehensweise</a:t>
          </a:r>
        </a:p>
      </dgm:t>
    </dgm:pt>
    <dgm:pt modelId="{BE596B50-4052-4FED-A613-4855C2E75AA9}" type="parTrans" cxnId="{9DF75315-6EA0-4D10-9246-C8B6E66AA703}">
      <dgm:prSet/>
      <dgm:spPr/>
      <dgm:t>
        <a:bodyPr/>
        <a:lstStyle/>
        <a:p>
          <a:endParaRPr lang="de-DE"/>
        </a:p>
      </dgm:t>
    </dgm:pt>
    <dgm:pt modelId="{76FC8F3F-E655-43DC-A4DC-22EA588B4030}" type="sibTrans" cxnId="{9DF75315-6EA0-4D10-9246-C8B6E66AA703}">
      <dgm:prSet/>
      <dgm:spPr/>
      <dgm:t>
        <a:bodyPr/>
        <a:lstStyle/>
        <a:p>
          <a:endParaRPr lang="de-DE"/>
        </a:p>
      </dgm:t>
    </dgm:pt>
    <dgm:pt modelId="{D961AA6A-3668-423F-990B-9DFE682D0E8C}">
      <dgm:prSet phldrT="[Text]"/>
      <dgm:spPr/>
      <dgm:t>
        <a:bodyPr/>
        <a:lstStyle/>
        <a:p>
          <a:r>
            <a:rPr lang="de-DE" dirty="0"/>
            <a:t>Arbeitsablauf zur Erstellung eines Lernmoduls</a:t>
          </a:r>
        </a:p>
      </dgm:t>
    </dgm:pt>
    <dgm:pt modelId="{CD08F3DD-C621-437D-ACF2-68C69C33090E}" type="parTrans" cxnId="{486647FA-E3B5-4D8C-B5D0-9C90273CCEE5}">
      <dgm:prSet/>
      <dgm:spPr/>
      <dgm:t>
        <a:bodyPr/>
        <a:lstStyle/>
        <a:p>
          <a:endParaRPr lang="de-DE"/>
        </a:p>
      </dgm:t>
    </dgm:pt>
    <dgm:pt modelId="{EAE3AD2F-8696-46EB-B0AB-F8B6E5C239DE}" type="sibTrans" cxnId="{486647FA-E3B5-4D8C-B5D0-9C90273CCEE5}">
      <dgm:prSet/>
      <dgm:spPr/>
      <dgm:t>
        <a:bodyPr/>
        <a:lstStyle/>
        <a:p>
          <a:endParaRPr lang="de-DE"/>
        </a:p>
      </dgm:t>
    </dgm:pt>
    <dgm:pt modelId="{5F2AF4E2-A37C-4C0D-9095-E76B2806887D}" type="pres">
      <dgm:prSet presAssocID="{8C6CB0C6-74DA-4258-9FF5-316BA36A7314}" presName="Name0" presStyleCnt="0">
        <dgm:presLayoutVars>
          <dgm:chMax val="7"/>
          <dgm:chPref val="7"/>
          <dgm:dir/>
        </dgm:presLayoutVars>
      </dgm:prSet>
      <dgm:spPr/>
    </dgm:pt>
    <dgm:pt modelId="{42C13E5E-2C97-4E67-962F-90F1BB39F2CB}" type="pres">
      <dgm:prSet presAssocID="{8C6CB0C6-74DA-4258-9FF5-316BA36A7314}" presName="Name1" presStyleCnt="0"/>
      <dgm:spPr/>
    </dgm:pt>
    <dgm:pt modelId="{D1954DA0-E50C-4815-B7D7-E0FDAC950794}" type="pres">
      <dgm:prSet presAssocID="{8C6CB0C6-74DA-4258-9FF5-316BA36A7314}" presName="cycle" presStyleCnt="0"/>
      <dgm:spPr/>
    </dgm:pt>
    <dgm:pt modelId="{AF567C4B-B71A-43E0-89C8-0EC11515D736}" type="pres">
      <dgm:prSet presAssocID="{8C6CB0C6-74DA-4258-9FF5-316BA36A7314}" presName="srcNode" presStyleLbl="node1" presStyleIdx="0" presStyleCnt="5"/>
      <dgm:spPr/>
    </dgm:pt>
    <dgm:pt modelId="{D6F60BE9-D042-4CD9-8C36-66EC45EAE448}" type="pres">
      <dgm:prSet presAssocID="{8C6CB0C6-74DA-4258-9FF5-316BA36A7314}" presName="conn" presStyleLbl="parChTrans1D2" presStyleIdx="0" presStyleCnt="1"/>
      <dgm:spPr/>
    </dgm:pt>
    <dgm:pt modelId="{46E6C705-A6D3-493D-94A2-8BBA713D5ECD}" type="pres">
      <dgm:prSet presAssocID="{8C6CB0C6-74DA-4258-9FF5-316BA36A7314}" presName="extraNode" presStyleLbl="node1" presStyleIdx="0" presStyleCnt="5"/>
      <dgm:spPr/>
    </dgm:pt>
    <dgm:pt modelId="{CBEF9688-F3CD-40C2-B104-C48D34AC7169}" type="pres">
      <dgm:prSet presAssocID="{8C6CB0C6-74DA-4258-9FF5-316BA36A7314}" presName="dstNode" presStyleLbl="node1" presStyleIdx="0" presStyleCnt="5"/>
      <dgm:spPr/>
    </dgm:pt>
    <dgm:pt modelId="{3D3FC0AC-9046-48D6-ACB5-9BEBB20D7840}" type="pres">
      <dgm:prSet presAssocID="{34E04CCC-A420-4168-9983-E38C8FCA18D8}" presName="text_1" presStyleLbl="node1" presStyleIdx="0" presStyleCnt="5">
        <dgm:presLayoutVars>
          <dgm:bulletEnabled val="1"/>
        </dgm:presLayoutVars>
      </dgm:prSet>
      <dgm:spPr/>
    </dgm:pt>
    <dgm:pt modelId="{4CD6553A-58FB-46A5-BB79-FCEC68DEE40A}" type="pres">
      <dgm:prSet presAssocID="{34E04CCC-A420-4168-9983-E38C8FCA18D8}" presName="accent_1" presStyleCnt="0"/>
      <dgm:spPr/>
    </dgm:pt>
    <dgm:pt modelId="{78F3D896-CAB2-45DD-8120-42BE39A7F3B9}" type="pres">
      <dgm:prSet presAssocID="{34E04CCC-A420-4168-9983-E38C8FCA18D8}" presName="accentRepeatNode" presStyleLbl="solidFgAcc1" presStyleIdx="0" presStyleCnt="5"/>
      <dgm:spPr/>
    </dgm:pt>
    <dgm:pt modelId="{F16FB2C1-C53C-41DF-A695-878CAB10E50B}" type="pres">
      <dgm:prSet presAssocID="{E2882F82-54DB-4398-B15A-34D85CA1F644}" presName="text_2" presStyleLbl="node1" presStyleIdx="1" presStyleCnt="5">
        <dgm:presLayoutVars>
          <dgm:bulletEnabled val="1"/>
        </dgm:presLayoutVars>
      </dgm:prSet>
      <dgm:spPr/>
    </dgm:pt>
    <dgm:pt modelId="{6A04D595-9C0A-4E31-B1C9-018884ADA448}" type="pres">
      <dgm:prSet presAssocID="{E2882F82-54DB-4398-B15A-34D85CA1F644}" presName="accent_2" presStyleCnt="0"/>
      <dgm:spPr/>
    </dgm:pt>
    <dgm:pt modelId="{A7765C82-A8B0-4DE4-B4C6-2679F334D841}" type="pres">
      <dgm:prSet presAssocID="{E2882F82-54DB-4398-B15A-34D85CA1F644}" presName="accentRepeatNode" presStyleLbl="solidFgAcc1" presStyleIdx="1" presStyleCnt="5"/>
      <dgm:spPr/>
    </dgm:pt>
    <dgm:pt modelId="{8E89AF6B-66F6-4C86-92F2-8FEFFC4FC1FF}" type="pres">
      <dgm:prSet presAssocID="{AF0EE75E-AD65-4280-A57F-E3DAB48922E0}" presName="text_3" presStyleLbl="node1" presStyleIdx="2" presStyleCnt="5">
        <dgm:presLayoutVars>
          <dgm:bulletEnabled val="1"/>
        </dgm:presLayoutVars>
      </dgm:prSet>
      <dgm:spPr/>
    </dgm:pt>
    <dgm:pt modelId="{457026E0-8513-471D-9D16-10F38D94A87C}" type="pres">
      <dgm:prSet presAssocID="{AF0EE75E-AD65-4280-A57F-E3DAB48922E0}" presName="accent_3" presStyleCnt="0"/>
      <dgm:spPr/>
    </dgm:pt>
    <dgm:pt modelId="{16D5E0FC-CDA3-49C8-96AB-BDB64B8FA2FC}" type="pres">
      <dgm:prSet presAssocID="{AF0EE75E-AD65-4280-A57F-E3DAB48922E0}" presName="accentRepeatNode" presStyleLbl="solidFgAcc1" presStyleIdx="2" presStyleCnt="5"/>
      <dgm:spPr/>
    </dgm:pt>
    <dgm:pt modelId="{CA5EAFFF-28B9-4105-A5CD-14946078C83C}" type="pres">
      <dgm:prSet presAssocID="{573A52F4-51F6-47D7-B130-13DBCA8EF0D9}" presName="text_4" presStyleLbl="node1" presStyleIdx="3" presStyleCnt="5">
        <dgm:presLayoutVars>
          <dgm:bulletEnabled val="1"/>
        </dgm:presLayoutVars>
      </dgm:prSet>
      <dgm:spPr/>
    </dgm:pt>
    <dgm:pt modelId="{E6B64C9C-0874-4FE9-BFB1-2FA236306F5C}" type="pres">
      <dgm:prSet presAssocID="{573A52F4-51F6-47D7-B130-13DBCA8EF0D9}" presName="accent_4" presStyleCnt="0"/>
      <dgm:spPr/>
    </dgm:pt>
    <dgm:pt modelId="{992690F7-584A-4DAC-A67A-4FD38DC138EA}" type="pres">
      <dgm:prSet presAssocID="{573A52F4-51F6-47D7-B130-13DBCA8EF0D9}" presName="accentRepeatNode" presStyleLbl="solidFgAcc1" presStyleIdx="3" presStyleCnt="5"/>
      <dgm:spPr/>
    </dgm:pt>
    <dgm:pt modelId="{66E54BB4-0533-433E-948D-5F60F885DE70}" type="pres">
      <dgm:prSet presAssocID="{0FA09546-64F2-486F-BB64-C012C1013E86}" presName="text_5" presStyleLbl="node1" presStyleIdx="4" presStyleCnt="5">
        <dgm:presLayoutVars>
          <dgm:bulletEnabled val="1"/>
        </dgm:presLayoutVars>
      </dgm:prSet>
      <dgm:spPr/>
    </dgm:pt>
    <dgm:pt modelId="{F2B417A2-01C2-46F8-A47B-4357C9C85CF5}" type="pres">
      <dgm:prSet presAssocID="{0FA09546-64F2-486F-BB64-C012C1013E86}" presName="accent_5" presStyleCnt="0"/>
      <dgm:spPr/>
    </dgm:pt>
    <dgm:pt modelId="{7EDDD80B-D799-4C0F-9950-CBE824F2D688}" type="pres">
      <dgm:prSet presAssocID="{0FA09546-64F2-486F-BB64-C012C1013E86}" presName="accentRepeatNode" presStyleLbl="solidFgAcc1" presStyleIdx="4" presStyleCnt="5"/>
      <dgm:spPr/>
    </dgm:pt>
  </dgm:ptLst>
  <dgm:cxnLst>
    <dgm:cxn modelId="{E0B02500-F7C7-4258-BE9D-31167CDB3A15}" type="presOf" srcId="{AF0EE75E-AD65-4280-A57F-E3DAB48922E0}" destId="{8E89AF6B-66F6-4C86-92F2-8FEFFC4FC1FF}" srcOrd="0" destOrd="0" presId="urn:microsoft.com/office/officeart/2008/layout/VerticalCurvedList"/>
    <dgm:cxn modelId="{D1D42C06-F03D-4A9D-91A3-688E5B6B9F8E}" type="presOf" srcId="{6322FEE3-CE3C-4C93-9D22-25DCA9C92494}" destId="{66E54BB4-0533-433E-948D-5F60F885DE70}" srcOrd="0" destOrd="1" presId="urn:microsoft.com/office/officeart/2008/layout/VerticalCurvedList"/>
    <dgm:cxn modelId="{3288E106-52E2-4C84-8D6B-F7A6A03F7EC8}" type="presOf" srcId="{34E04CCC-A420-4168-9983-E38C8FCA18D8}" destId="{3D3FC0AC-9046-48D6-ACB5-9BEBB20D7840}" srcOrd="0" destOrd="0" presId="urn:microsoft.com/office/officeart/2008/layout/VerticalCurvedList"/>
    <dgm:cxn modelId="{25FD0C0C-6334-4784-8D31-79BB12029BFD}" type="presOf" srcId="{E2882F82-54DB-4398-B15A-34D85CA1F644}" destId="{F16FB2C1-C53C-41DF-A695-878CAB10E50B}" srcOrd="0" destOrd="0" presId="urn:microsoft.com/office/officeart/2008/layout/VerticalCurvedList"/>
    <dgm:cxn modelId="{FC27D40F-3372-481C-90C4-EF46D8D3CCB6}" srcId="{0FA09546-64F2-486F-BB64-C012C1013E86}" destId="{6322FEE3-CE3C-4C93-9D22-25DCA9C92494}" srcOrd="0" destOrd="0" parTransId="{36ED9F45-A209-4D2E-8074-E9A2271350FE}" sibTransId="{D6DF6025-758A-4F00-871C-8E95B8B0A4E9}"/>
    <dgm:cxn modelId="{9DF75315-6EA0-4D10-9246-C8B6E66AA703}" srcId="{8C6CB0C6-74DA-4258-9FF5-316BA36A7314}" destId="{E2882F82-54DB-4398-B15A-34D85CA1F644}" srcOrd="1" destOrd="0" parTransId="{BE596B50-4052-4FED-A613-4855C2E75AA9}" sibTransId="{76FC8F3F-E655-43DC-A4DC-22EA588B4030}"/>
    <dgm:cxn modelId="{85297F30-9BEC-4703-BA67-3E0A2D2B9F5A}" type="presOf" srcId="{CD9C7F27-966F-4673-BAC8-8132F0C7278A}" destId="{8E89AF6B-66F6-4C86-92F2-8FEFFC4FC1FF}" srcOrd="0" destOrd="1" presId="urn:microsoft.com/office/officeart/2008/layout/VerticalCurvedList"/>
    <dgm:cxn modelId="{9E96D23A-8AFB-400A-9F8E-7F8C3B440A62}" type="presOf" srcId="{D961AA6A-3668-423F-990B-9DFE682D0E8C}" destId="{F16FB2C1-C53C-41DF-A695-878CAB10E50B}" srcOrd="0" destOrd="1" presId="urn:microsoft.com/office/officeart/2008/layout/VerticalCurvedList"/>
    <dgm:cxn modelId="{04518D3F-0AB4-40AB-97C1-6706876A8E71}" type="presOf" srcId="{B8D6487A-091E-4710-929F-4627554284E1}" destId="{D6F60BE9-D042-4CD9-8C36-66EC45EAE448}" srcOrd="0" destOrd="0" presId="urn:microsoft.com/office/officeart/2008/layout/VerticalCurvedList"/>
    <dgm:cxn modelId="{397D415B-B941-4587-9837-C4653DE792DD}" srcId="{8C6CB0C6-74DA-4258-9FF5-316BA36A7314}" destId="{34E04CCC-A420-4168-9983-E38C8FCA18D8}" srcOrd="0" destOrd="0" parTransId="{F18FB81B-B2D6-4F07-A429-F79586309B29}" sibTransId="{630714AC-02FD-47BC-B3EA-B4442A8BC96C}"/>
    <dgm:cxn modelId="{76A9B747-4AA3-4FE8-B477-3EC540EF657B}" srcId="{8C6CB0C6-74DA-4258-9FF5-316BA36A7314}" destId="{573A52F4-51F6-47D7-B130-13DBCA8EF0D9}" srcOrd="3" destOrd="0" parTransId="{06BD1228-2A95-462D-8EB5-6CC44010D704}" sibTransId="{2406DF7D-6E95-4AEA-AA15-4CACC7646D06}"/>
    <dgm:cxn modelId="{58BEF94A-1108-4287-91C4-E02B7E7E3C44}" srcId="{AF0EE75E-AD65-4280-A57F-E3DAB48922E0}" destId="{CD9C7F27-966F-4673-BAC8-8132F0C7278A}" srcOrd="0" destOrd="0" parTransId="{BAF929AD-804F-4CC5-BCC5-EB965608E747}" sibTransId="{5187CA62-8F1C-4D6A-98A4-846BDFD94099}"/>
    <dgm:cxn modelId="{9126A885-4919-4711-973B-153A30AF2573}" srcId="{8C6CB0C6-74DA-4258-9FF5-316BA36A7314}" destId="{0FA09546-64F2-486F-BB64-C012C1013E86}" srcOrd="4" destOrd="0" parTransId="{0CF9F30C-38FD-4953-A4C6-23D01FEAAC25}" sibTransId="{D6EEF994-C948-402E-9DBD-AE3BC17BF0BF}"/>
    <dgm:cxn modelId="{A1943895-51E1-42F3-A9BB-3A0BEFA8FF0F}" type="presOf" srcId="{8C6CB0C6-74DA-4258-9FF5-316BA36A7314}" destId="{5F2AF4E2-A37C-4C0D-9095-E76B2806887D}" srcOrd="0" destOrd="0" presId="urn:microsoft.com/office/officeart/2008/layout/VerticalCurvedList"/>
    <dgm:cxn modelId="{5D617B9D-5E34-48A9-88D4-BD9BE41336E7}" type="presOf" srcId="{42132991-0F20-4E3B-9423-DAFA3C06CD20}" destId="{CA5EAFFF-28B9-4105-A5CD-14946078C83C}" srcOrd="0" destOrd="1" presId="urn:microsoft.com/office/officeart/2008/layout/VerticalCurvedList"/>
    <dgm:cxn modelId="{6E568BA7-D97B-48FE-AD6C-E58DF0BB5342}" type="presOf" srcId="{573A52F4-51F6-47D7-B130-13DBCA8EF0D9}" destId="{CA5EAFFF-28B9-4105-A5CD-14946078C83C}" srcOrd="0" destOrd="0" presId="urn:microsoft.com/office/officeart/2008/layout/VerticalCurvedList"/>
    <dgm:cxn modelId="{3EDEF9B0-58AC-498B-B7C4-E9EDE6CC8A00}" srcId="{8C6CB0C6-74DA-4258-9FF5-316BA36A7314}" destId="{AF0EE75E-AD65-4280-A57F-E3DAB48922E0}" srcOrd="2" destOrd="0" parTransId="{7759C6C1-A40E-4913-89D6-277D1AE9A1AD}" sibTransId="{130E6A0E-2217-4D77-BAF0-F2DCB5516D0B}"/>
    <dgm:cxn modelId="{D189B7BC-BDAD-4E06-8CEF-5B2F31FA2922}" type="presOf" srcId="{62FB27C5-4710-438E-B772-CCC0ED38D92D}" destId="{3D3FC0AC-9046-48D6-ACB5-9BEBB20D7840}" srcOrd="0" destOrd="1" presId="urn:microsoft.com/office/officeart/2008/layout/VerticalCurvedList"/>
    <dgm:cxn modelId="{F63385C2-502B-4D79-B34E-FFE227719353}" type="presOf" srcId="{0FA09546-64F2-486F-BB64-C012C1013E86}" destId="{66E54BB4-0533-433E-948D-5F60F885DE70}" srcOrd="0" destOrd="0" presId="urn:microsoft.com/office/officeart/2008/layout/VerticalCurvedList"/>
    <dgm:cxn modelId="{164D66CE-4DAC-4699-A14E-F4CC3085D0A5}" srcId="{34E04CCC-A420-4168-9983-E38C8FCA18D8}" destId="{62FB27C5-4710-438E-B772-CCC0ED38D92D}" srcOrd="0" destOrd="0" parTransId="{2B0CCFC1-04E7-440A-86B6-14293E7C25AE}" sibTransId="{B8D6487A-091E-4710-929F-4627554284E1}"/>
    <dgm:cxn modelId="{97DC6CF6-DB41-44FE-88D5-840E61D0AD3C}" srcId="{573A52F4-51F6-47D7-B130-13DBCA8EF0D9}" destId="{42132991-0F20-4E3B-9423-DAFA3C06CD20}" srcOrd="0" destOrd="0" parTransId="{5BA28336-2140-484E-BD0B-1AF15686C4D4}" sibTransId="{45399322-3837-4C0B-A717-40B45063ECAE}"/>
    <dgm:cxn modelId="{486647FA-E3B5-4D8C-B5D0-9C90273CCEE5}" srcId="{E2882F82-54DB-4398-B15A-34D85CA1F644}" destId="{D961AA6A-3668-423F-990B-9DFE682D0E8C}" srcOrd="0" destOrd="0" parTransId="{CD08F3DD-C621-437D-ACF2-68C69C33090E}" sibTransId="{EAE3AD2F-8696-46EB-B0AB-F8B6E5C239DE}"/>
    <dgm:cxn modelId="{2AB2EA94-484C-4F8E-89EE-7EF0D1524888}" type="presParOf" srcId="{5F2AF4E2-A37C-4C0D-9095-E76B2806887D}" destId="{42C13E5E-2C97-4E67-962F-90F1BB39F2CB}" srcOrd="0" destOrd="0" presId="urn:microsoft.com/office/officeart/2008/layout/VerticalCurvedList"/>
    <dgm:cxn modelId="{66461546-2DEE-44E1-94AE-058A207AFD23}" type="presParOf" srcId="{42C13E5E-2C97-4E67-962F-90F1BB39F2CB}" destId="{D1954DA0-E50C-4815-B7D7-E0FDAC950794}" srcOrd="0" destOrd="0" presId="urn:microsoft.com/office/officeart/2008/layout/VerticalCurvedList"/>
    <dgm:cxn modelId="{8C62C106-B7CB-42C0-8F07-F75A427D52D1}" type="presParOf" srcId="{D1954DA0-E50C-4815-B7D7-E0FDAC950794}" destId="{AF567C4B-B71A-43E0-89C8-0EC11515D736}" srcOrd="0" destOrd="0" presId="urn:microsoft.com/office/officeart/2008/layout/VerticalCurvedList"/>
    <dgm:cxn modelId="{D51CD2D2-FB8A-4894-85C1-84585651641C}" type="presParOf" srcId="{D1954DA0-E50C-4815-B7D7-E0FDAC950794}" destId="{D6F60BE9-D042-4CD9-8C36-66EC45EAE448}" srcOrd="1" destOrd="0" presId="urn:microsoft.com/office/officeart/2008/layout/VerticalCurvedList"/>
    <dgm:cxn modelId="{342AFF2D-23E1-4C32-AD7E-1906D9259CEB}" type="presParOf" srcId="{D1954DA0-E50C-4815-B7D7-E0FDAC950794}" destId="{46E6C705-A6D3-493D-94A2-8BBA713D5ECD}" srcOrd="2" destOrd="0" presId="urn:microsoft.com/office/officeart/2008/layout/VerticalCurvedList"/>
    <dgm:cxn modelId="{7769FFD6-97C4-476C-9817-9EDCE296E140}" type="presParOf" srcId="{D1954DA0-E50C-4815-B7D7-E0FDAC950794}" destId="{CBEF9688-F3CD-40C2-B104-C48D34AC7169}" srcOrd="3" destOrd="0" presId="urn:microsoft.com/office/officeart/2008/layout/VerticalCurvedList"/>
    <dgm:cxn modelId="{8A12D46F-72DA-4904-AE13-EC272C48EA20}" type="presParOf" srcId="{42C13E5E-2C97-4E67-962F-90F1BB39F2CB}" destId="{3D3FC0AC-9046-48D6-ACB5-9BEBB20D7840}" srcOrd="1" destOrd="0" presId="urn:microsoft.com/office/officeart/2008/layout/VerticalCurvedList"/>
    <dgm:cxn modelId="{56DEF354-9744-48A9-8E03-18C6127209F1}" type="presParOf" srcId="{42C13E5E-2C97-4E67-962F-90F1BB39F2CB}" destId="{4CD6553A-58FB-46A5-BB79-FCEC68DEE40A}" srcOrd="2" destOrd="0" presId="urn:microsoft.com/office/officeart/2008/layout/VerticalCurvedList"/>
    <dgm:cxn modelId="{388D7585-78F4-46C9-9AA7-D72E2FDE3366}" type="presParOf" srcId="{4CD6553A-58FB-46A5-BB79-FCEC68DEE40A}" destId="{78F3D896-CAB2-45DD-8120-42BE39A7F3B9}" srcOrd="0" destOrd="0" presId="urn:microsoft.com/office/officeart/2008/layout/VerticalCurvedList"/>
    <dgm:cxn modelId="{A9C2B86B-D91E-41FA-97BD-C19618367329}" type="presParOf" srcId="{42C13E5E-2C97-4E67-962F-90F1BB39F2CB}" destId="{F16FB2C1-C53C-41DF-A695-878CAB10E50B}" srcOrd="3" destOrd="0" presId="urn:microsoft.com/office/officeart/2008/layout/VerticalCurvedList"/>
    <dgm:cxn modelId="{0DE4502D-EAD8-4F31-A740-1D7952329DD4}" type="presParOf" srcId="{42C13E5E-2C97-4E67-962F-90F1BB39F2CB}" destId="{6A04D595-9C0A-4E31-B1C9-018884ADA448}" srcOrd="4" destOrd="0" presId="urn:microsoft.com/office/officeart/2008/layout/VerticalCurvedList"/>
    <dgm:cxn modelId="{F7BBF1B8-A480-4C42-92F6-BFF375308A65}" type="presParOf" srcId="{6A04D595-9C0A-4E31-B1C9-018884ADA448}" destId="{A7765C82-A8B0-4DE4-B4C6-2679F334D841}" srcOrd="0" destOrd="0" presId="urn:microsoft.com/office/officeart/2008/layout/VerticalCurvedList"/>
    <dgm:cxn modelId="{C9062789-AC70-4985-B544-272D44B32456}" type="presParOf" srcId="{42C13E5E-2C97-4E67-962F-90F1BB39F2CB}" destId="{8E89AF6B-66F6-4C86-92F2-8FEFFC4FC1FF}" srcOrd="5" destOrd="0" presId="urn:microsoft.com/office/officeart/2008/layout/VerticalCurvedList"/>
    <dgm:cxn modelId="{76D3C0D7-D62E-4973-A56B-7B6F936DB5FE}" type="presParOf" srcId="{42C13E5E-2C97-4E67-962F-90F1BB39F2CB}" destId="{457026E0-8513-471D-9D16-10F38D94A87C}" srcOrd="6" destOrd="0" presId="urn:microsoft.com/office/officeart/2008/layout/VerticalCurvedList"/>
    <dgm:cxn modelId="{DA4DBCB4-2A49-42FD-B799-D10D2CCC080A}" type="presParOf" srcId="{457026E0-8513-471D-9D16-10F38D94A87C}" destId="{16D5E0FC-CDA3-49C8-96AB-BDB64B8FA2FC}" srcOrd="0" destOrd="0" presId="urn:microsoft.com/office/officeart/2008/layout/VerticalCurvedList"/>
    <dgm:cxn modelId="{3B2845B6-A910-40F7-9388-578045A051D0}" type="presParOf" srcId="{42C13E5E-2C97-4E67-962F-90F1BB39F2CB}" destId="{CA5EAFFF-28B9-4105-A5CD-14946078C83C}" srcOrd="7" destOrd="0" presId="urn:microsoft.com/office/officeart/2008/layout/VerticalCurvedList"/>
    <dgm:cxn modelId="{DD0FA82D-D0ED-4540-B8B3-0BBCDA5DD57F}" type="presParOf" srcId="{42C13E5E-2C97-4E67-962F-90F1BB39F2CB}" destId="{E6B64C9C-0874-4FE9-BFB1-2FA236306F5C}" srcOrd="8" destOrd="0" presId="urn:microsoft.com/office/officeart/2008/layout/VerticalCurvedList"/>
    <dgm:cxn modelId="{35B7551B-A7B9-405A-9F48-DB604CE1216B}" type="presParOf" srcId="{E6B64C9C-0874-4FE9-BFB1-2FA236306F5C}" destId="{992690F7-584A-4DAC-A67A-4FD38DC138EA}" srcOrd="0" destOrd="0" presId="urn:microsoft.com/office/officeart/2008/layout/VerticalCurvedList"/>
    <dgm:cxn modelId="{6DF590B9-FB88-473C-AB94-9F71A32C85D3}" type="presParOf" srcId="{42C13E5E-2C97-4E67-962F-90F1BB39F2CB}" destId="{66E54BB4-0533-433E-948D-5F60F885DE70}" srcOrd="9" destOrd="0" presId="urn:microsoft.com/office/officeart/2008/layout/VerticalCurvedList"/>
    <dgm:cxn modelId="{58541A70-3AE6-40F0-A975-C4A6B57D77B5}" type="presParOf" srcId="{42C13E5E-2C97-4E67-962F-90F1BB39F2CB}" destId="{F2B417A2-01C2-46F8-A47B-4357C9C85CF5}" srcOrd="10" destOrd="0" presId="urn:microsoft.com/office/officeart/2008/layout/VerticalCurvedList"/>
    <dgm:cxn modelId="{DC971C8B-E1D2-414E-9A3F-FC80E2B4BAD4}" type="presParOf" srcId="{F2B417A2-01C2-46F8-A47B-4357C9C85CF5}" destId="{7EDDD80B-D799-4C0F-9950-CBE824F2D68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1370EC-7216-4C65-83C3-B3724E5AFF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0B314465-CCA2-4D55-AFC1-CC7CE8FCA698}">
      <dgm:prSet phldrT="[Text]" custT="1"/>
      <dgm:spPr/>
      <dgm:t>
        <a:bodyPr/>
        <a:lstStyle/>
        <a:p>
          <a:r>
            <a:rPr lang="de-DE" sz="1800" noProof="0" dirty="0"/>
            <a:t>Lerninhalt</a:t>
          </a:r>
        </a:p>
      </dgm:t>
    </dgm:pt>
    <dgm:pt modelId="{55612A2A-5520-4C3D-ABBA-DFB913A27C4C}" type="parTrans" cxnId="{7EEE1B75-FC9A-47EB-B72A-F99E854DAE2C}">
      <dgm:prSet/>
      <dgm:spPr/>
      <dgm:t>
        <a:bodyPr/>
        <a:lstStyle/>
        <a:p>
          <a:endParaRPr lang="de-DE" sz="1800"/>
        </a:p>
      </dgm:t>
    </dgm:pt>
    <dgm:pt modelId="{C47B8239-AA13-4A74-B441-D20E936205D1}" type="sibTrans" cxnId="{7EEE1B75-FC9A-47EB-B72A-F99E854DAE2C}">
      <dgm:prSet/>
      <dgm:spPr/>
      <dgm:t>
        <a:bodyPr/>
        <a:lstStyle/>
        <a:p>
          <a:endParaRPr lang="de-DE" sz="1800"/>
        </a:p>
      </dgm:t>
    </dgm:pt>
    <dgm:pt modelId="{1AF31CA4-4272-4672-80B7-B6F63F6D0520}">
      <dgm:prSet custT="1"/>
      <dgm:spPr/>
      <dgm:t>
        <a:bodyPr/>
        <a:lstStyle/>
        <a:p>
          <a:r>
            <a:rPr lang="de-DE" sz="1800" noProof="0" dirty="0"/>
            <a:t>Lernmodul</a:t>
          </a:r>
        </a:p>
      </dgm:t>
    </dgm:pt>
    <dgm:pt modelId="{1466C2A7-B605-434F-995D-3EBBD7DAA14D}" type="parTrans" cxnId="{D723822E-B55E-437F-9CA8-C671C40EEEB6}">
      <dgm:prSet/>
      <dgm:spPr/>
      <dgm:t>
        <a:bodyPr/>
        <a:lstStyle/>
        <a:p>
          <a:endParaRPr lang="de-DE" sz="1800"/>
        </a:p>
      </dgm:t>
    </dgm:pt>
    <dgm:pt modelId="{96AF3C83-8533-4F1A-9E13-2F77D3C36CB4}" type="sibTrans" cxnId="{D723822E-B55E-437F-9CA8-C671C40EEEB6}">
      <dgm:prSet/>
      <dgm:spPr/>
      <dgm:t>
        <a:bodyPr/>
        <a:lstStyle/>
        <a:p>
          <a:endParaRPr lang="de-DE" sz="1800"/>
        </a:p>
      </dgm:t>
    </dgm:pt>
    <dgm:pt modelId="{346BE60A-EF95-4AEE-86DB-FA4B33245B38}">
      <dgm:prSet custT="1"/>
      <dgm:spPr/>
      <dgm:t>
        <a:bodyPr/>
        <a:lstStyle/>
        <a:p>
          <a:r>
            <a:rPr lang="de-DE" sz="1800" noProof="0" dirty="0"/>
            <a:t>Lernplattform</a:t>
          </a:r>
        </a:p>
      </dgm:t>
    </dgm:pt>
    <dgm:pt modelId="{88A936EA-A096-4D8C-A037-5C06553519BF}" type="parTrans" cxnId="{9A6D6577-B737-4D32-BD38-D871BE54399F}">
      <dgm:prSet/>
      <dgm:spPr/>
      <dgm:t>
        <a:bodyPr/>
        <a:lstStyle/>
        <a:p>
          <a:endParaRPr lang="de-DE" sz="1800"/>
        </a:p>
      </dgm:t>
    </dgm:pt>
    <dgm:pt modelId="{43D0C85E-61B8-41A5-850C-3AC3745E8C65}" type="sibTrans" cxnId="{9A6D6577-B737-4D32-BD38-D871BE54399F}">
      <dgm:prSet/>
      <dgm:spPr/>
      <dgm:t>
        <a:bodyPr/>
        <a:lstStyle/>
        <a:p>
          <a:endParaRPr lang="de-DE" sz="1800"/>
        </a:p>
      </dgm:t>
    </dgm:pt>
    <dgm:pt modelId="{E6A32061-1D81-41A6-9776-4BF033DC0F73}">
      <dgm:prSet phldrT="[Text]" custT="1"/>
      <dgm:spPr/>
      <dgm:t>
        <a:bodyPr/>
        <a:lstStyle/>
        <a:p>
          <a:r>
            <a:rPr lang="de-DE" sz="1800" noProof="0" dirty="0"/>
            <a:t>Inhalt, der den Benutzern vermittelt werden soll</a:t>
          </a:r>
        </a:p>
      </dgm:t>
    </dgm:pt>
    <dgm:pt modelId="{29D77604-89F3-4483-9828-30FA1FC7484C}" type="parTrans" cxnId="{74E1397F-BCAF-4D02-AFD9-8BA1C8A26B12}">
      <dgm:prSet/>
      <dgm:spPr/>
      <dgm:t>
        <a:bodyPr/>
        <a:lstStyle/>
        <a:p>
          <a:endParaRPr lang="de-DE" sz="1800"/>
        </a:p>
      </dgm:t>
    </dgm:pt>
    <dgm:pt modelId="{DA7DB8A1-E32D-4665-8763-FE994CC7F589}" type="sibTrans" cxnId="{74E1397F-BCAF-4D02-AFD9-8BA1C8A26B12}">
      <dgm:prSet/>
      <dgm:spPr/>
      <dgm:t>
        <a:bodyPr/>
        <a:lstStyle/>
        <a:p>
          <a:endParaRPr lang="de-DE" sz="1800"/>
        </a:p>
      </dgm:t>
    </dgm:pt>
    <dgm:pt modelId="{C122AF16-0B13-450C-BB52-EFBE88D718CF}">
      <dgm:prSet custT="1"/>
      <dgm:spPr/>
      <dgm:t>
        <a:bodyPr/>
        <a:lstStyle/>
        <a:p>
          <a:r>
            <a:rPr lang="de-DE" sz="1800" noProof="0" dirty="0"/>
            <a:t>Webseite, die die Interaktion mit einem Lerninhalt ermöglicht</a:t>
          </a:r>
        </a:p>
      </dgm:t>
    </dgm:pt>
    <dgm:pt modelId="{7A8A675F-B490-464B-A42E-D4CDB4EE0A84}" type="parTrans" cxnId="{8494F41C-2FEE-42D1-AD09-77E5087F2FCD}">
      <dgm:prSet/>
      <dgm:spPr/>
      <dgm:t>
        <a:bodyPr/>
        <a:lstStyle/>
        <a:p>
          <a:endParaRPr lang="de-DE" sz="1800"/>
        </a:p>
      </dgm:t>
    </dgm:pt>
    <dgm:pt modelId="{87E59228-BA87-4D6C-B683-81BB9BA09EB1}" type="sibTrans" cxnId="{8494F41C-2FEE-42D1-AD09-77E5087F2FCD}">
      <dgm:prSet/>
      <dgm:spPr/>
      <dgm:t>
        <a:bodyPr/>
        <a:lstStyle/>
        <a:p>
          <a:endParaRPr lang="de-DE" sz="1800"/>
        </a:p>
      </dgm:t>
    </dgm:pt>
    <dgm:pt modelId="{9A22F68E-9DC4-4C8D-8243-E2DDE1A4E687}">
      <dgm:prSet custT="1"/>
      <dgm:spPr/>
      <dgm:t>
        <a:bodyPr/>
        <a:lstStyle/>
        <a:p>
          <a:r>
            <a:rPr lang="de-DE" sz="1800" noProof="0" dirty="0"/>
            <a:t>Webseite, auf der die Lernmodule angeboten werden</a:t>
          </a:r>
        </a:p>
      </dgm:t>
    </dgm:pt>
    <dgm:pt modelId="{2EAE5E16-21D8-45AC-9FC2-42926B683C90}" type="parTrans" cxnId="{627EFF42-5298-46E1-82EF-A44CF0BE57A8}">
      <dgm:prSet/>
      <dgm:spPr/>
      <dgm:t>
        <a:bodyPr/>
        <a:lstStyle/>
        <a:p>
          <a:endParaRPr lang="de-DE" sz="1800"/>
        </a:p>
      </dgm:t>
    </dgm:pt>
    <dgm:pt modelId="{65E38ECE-19B7-4DD0-9543-95CF842F4BDD}" type="sibTrans" cxnId="{627EFF42-5298-46E1-82EF-A44CF0BE57A8}">
      <dgm:prSet/>
      <dgm:spPr/>
      <dgm:t>
        <a:bodyPr/>
        <a:lstStyle/>
        <a:p>
          <a:endParaRPr lang="de-DE" sz="1800"/>
        </a:p>
      </dgm:t>
    </dgm:pt>
    <dgm:pt modelId="{8631C2DA-181B-4252-A739-BC0648D85761}">
      <dgm:prSet custT="1"/>
      <dgm:spPr/>
      <dgm:t>
        <a:bodyPr/>
        <a:lstStyle/>
        <a:p>
          <a:r>
            <a:rPr lang="de-DE" sz="1800" noProof="0" dirty="0"/>
            <a:t>Benutzer</a:t>
          </a:r>
        </a:p>
      </dgm:t>
    </dgm:pt>
    <dgm:pt modelId="{489C6555-150D-43B7-8EB0-D9349ED80E78}" type="parTrans" cxnId="{0D52E45B-8B67-4CE6-B237-3C30F31E3772}">
      <dgm:prSet/>
      <dgm:spPr/>
      <dgm:t>
        <a:bodyPr/>
        <a:lstStyle/>
        <a:p>
          <a:endParaRPr lang="de-DE" sz="1800"/>
        </a:p>
      </dgm:t>
    </dgm:pt>
    <dgm:pt modelId="{3D9570C4-56C3-49EC-9898-C784BA25F551}" type="sibTrans" cxnId="{0D52E45B-8B67-4CE6-B237-3C30F31E3772}">
      <dgm:prSet/>
      <dgm:spPr/>
      <dgm:t>
        <a:bodyPr/>
        <a:lstStyle/>
        <a:p>
          <a:endParaRPr lang="de-DE" sz="1800"/>
        </a:p>
      </dgm:t>
    </dgm:pt>
    <dgm:pt modelId="{177EDC60-D332-45B4-9B21-DDA91C7FD822}">
      <dgm:prSet custT="1"/>
      <dgm:spPr/>
      <dgm:t>
        <a:bodyPr/>
        <a:lstStyle/>
        <a:p>
          <a:r>
            <a:rPr lang="de-DE" sz="1800" noProof="0" dirty="0"/>
            <a:t>Person, die die Lernmodule zum eigenständigen Lernen verwendet</a:t>
          </a:r>
        </a:p>
      </dgm:t>
    </dgm:pt>
    <dgm:pt modelId="{E31E0BB0-23FE-4790-A997-8165711D9E69}" type="parTrans" cxnId="{0E86968E-4AE0-498E-896A-D88068519C2A}">
      <dgm:prSet/>
      <dgm:spPr/>
      <dgm:t>
        <a:bodyPr/>
        <a:lstStyle/>
        <a:p>
          <a:endParaRPr lang="de-DE" sz="1800"/>
        </a:p>
      </dgm:t>
    </dgm:pt>
    <dgm:pt modelId="{EB178863-62F0-44B3-9E2E-F4CAA960E888}" type="sibTrans" cxnId="{0E86968E-4AE0-498E-896A-D88068519C2A}">
      <dgm:prSet/>
      <dgm:spPr/>
      <dgm:t>
        <a:bodyPr/>
        <a:lstStyle/>
        <a:p>
          <a:endParaRPr lang="de-DE" sz="1800"/>
        </a:p>
      </dgm:t>
    </dgm:pt>
    <dgm:pt modelId="{BAE5D882-CAF1-43EB-88A2-BC495ADA469A}">
      <dgm:prSet custT="1"/>
      <dgm:spPr/>
      <dgm:t>
        <a:bodyPr/>
        <a:lstStyle/>
        <a:p>
          <a:r>
            <a:rPr lang="de-DE" sz="1800" noProof="0" dirty="0"/>
            <a:t>Lernmodulersteller</a:t>
          </a:r>
        </a:p>
      </dgm:t>
    </dgm:pt>
    <dgm:pt modelId="{A9D19BC0-CE94-4A17-8D31-41AE272F6B17}" type="sibTrans" cxnId="{F2683152-2B7D-4892-9F33-F31A803EE1DD}">
      <dgm:prSet/>
      <dgm:spPr/>
      <dgm:t>
        <a:bodyPr/>
        <a:lstStyle/>
        <a:p>
          <a:endParaRPr lang="de-DE" sz="1800"/>
        </a:p>
      </dgm:t>
    </dgm:pt>
    <dgm:pt modelId="{C3B9824D-CFDA-4F67-B9ED-D5AA6FFB8AAC}" type="parTrans" cxnId="{F2683152-2B7D-4892-9F33-F31A803EE1DD}">
      <dgm:prSet/>
      <dgm:spPr/>
      <dgm:t>
        <a:bodyPr/>
        <a:lstStyle/>
        <a:p>
          <a:endParaRPr lang="de-DE" sz="1800"/>
        </a:p>
      </dgm:t>
    </dgm:pt>
    <dgm:pt modelId="{1C6601BD-0741-42DB-ABCE-FFCC6F6E2482}">
      <dgm:prSet custT="1"/>
      <dgm:spPr/>
      <dgm:t>
        <a:bodyPr/>
        <a:lstStyle/>
        <a:p>
          <a:r>
            <a:rPr lang="de-DE" sz="1800" noProof="0" dirty="0"/>
            <a:t>Person, die die Lerninhalte konzipiert und entsprechende Lernmodule modelliert</a:t>
          </a:r>
        </a:p>
      </dgm:t>
    </dgm:pt>
    <dgm:pt modelId="{AC7B0B47-A5FF-489F-A154-B149AA1CDD23}" type="sibTrans" cxnId="{A7D2B86A-B6F7-4B5C-844C-19E9A7782F78}">
      <dgm:prSet/>
      <dgm:spPr/>
      <dgm:t>
        <a:bodyPr/>
        <a:lstStyle/>
        <a:p>
          <a:endParaRPr lang="de-DE" sz="1800"/>
        </a:p>
      </dgm:t>
    </dgm:pt>
    <dgm:pt modelId="{7A83604F-02BB-48F6-A8FB-6B737F09FD09}" type="parTrans" cxnId="{A7D2B86A-B6F7-4B5C-844C-19E9A7782F78}">
      <dgm:prSet/>
      <dgm:spPr/>
      <dgm:t>
        <a:bodyPr/>
        <a:lstStyle/>
        <a:p>
          <a:endParaRPr lang="de-DE" sz="1800"/>
        </a:p>
      </dgm:t>
    </dgm:pt>
    <dgm:pt modelId="{2726AF5B-1552-40D3-84A1-67AA81875B6E}">
      <dgm:prSet custT="1"/>
      <dgm:spPr/>
      <dgm:t>
        <a:bodyPr/>
        <a:lstStyle/>
        <a:p>
          <a:r>
            <a:rPr lang="de-DE" sz="1800" noProof="0" dirty="0"/>
            <a:t>Konfiguration</a:t>
          </a:r>
        </a:p>
      </dgm:t>
    </dgm:pt>
    <dgm:pt modelId="{4D293639-39CC-48A2-989C-AAB763893534}" type="parTrans" cxnId="{F330227C-C008-466B-BB06-614C2D05C2C5}">
      <dgm:prSet/>
      <dgm:spPr/>
      <dgm:t>
        <a:bodyPr/>
        <a:lstStyle/>
        <a:p>
          <a:endParaRPr lang="de-DE" sz="1800"/>
        </a:p>
      </dgm:t>
    </dgm:pt>
    <dgm:pt modelId="{BE9CD413-569C-4063-ABC6-89934F98A38D}" type="sibTrans" cxnId="{F330227C-C008-466B-BB06-614C2D05C2C5}">
      <dgm:prSet/>
      <dgm:spPr/>
      <dgm:t>
        <a:bodyPr/>
        <a:lstStyle/>
        <a:p>
          <a:endParaRPr lang="de-DE" sz="1800"/>
        </a:p>
      </dgm:t>
    </dgm:pt>
    <dgm:pt modelId="{BEE9E735-3242-4D68-A776-B3418872564B}">
      <dgm:prSet custT="1"/>
      <dgm:spPr/>
      <dgm:t>
        <a:bodyPr/>
        <a:lstStyle/>
        <a:p>
          <a:r>
            <a:rPr lang="de-DE" sz="1800" noProof="0" dirty="0"/>
            <a:t>Beschreibung, aus der ein Lernmodul erzeugt werden soll</a:t>
          </a:r>
        </a:p>
      </dgm:t>
    </dgm:pt>
    <dgm:pt modelId="{E5015346-DDBB-4CD4-BBB5-9F45CB9112EC}" type="parTrans" cxnId="{F761ACD9-375F-48CB-9F58-6E198FCACFBD}">
      <dgm:prSet/>
      <dgm:spPr/>
      <dgm:t>
        <a:bodyPr/>
        <a:lstStyle/>
        <a:p>
          <a:endParaRPr lang="de-DE" sz="1800"/>
        </a:p>
      </dgm:t>
    </dgm:pt>
    <dgm:pt modelId="{B8D1D8B1-A646-4D43-97ED-9750027693D5}" type="sibTrans" cxnId="{F761ACD9-375F-48CB-9F58-6E198FCACFBD}">
      <dgm:prSet/>
      <dgm:spPr/>
      <dgm:t>
        <a:bodyPr/>
        <a:lstStyle/>
        <a:p>
          <a:endParaRPr lang="de-DE" sz="1800"/>
        </a:p>
      </dgm:t>
    </dgm:pt>
    <dgm:pt modelId="{5EDCADC1-D15A-41E7-9979-FA9F85831D40}" type="pres">
      <dgm:prSet presAssocID="{521370EC-7216-4C65-83C3-B3724E5AFFA4}" presName="linear" presStyleCnt="0">
        <dgm:presLayoutVars>
          <dgm:dir/>
          <dgm:animLvl val="lvl"/>
          <dgm:resizeHandles val="exact"/>
        </dgm:presLayoutVars>
      </dgm:prSet>
      <dgm:spPr/>
    </dgm:pt>
    <dgm:pt modelId="{1047B465-A659-4469-AB8E-8661A2851FD6}" type="pres">
      <dgm:prSet presAssocID="{8631C2DA-181B-4252-A739-BC0648D85761}" presName="parentLin" presStyleCnt="0"/>
      <dgm:spPr/>
    </dgm:pt>
    <dgm:pt modelId="{742B891D-937F-4610-B28C-B242BBEEE21E}" type="pres">
      <dgm:prSet presAssocID="{8631C2DA-181B-4252-A739-BC0648D85761}" presName="parentLeftMargin" presStyleLbl="node1" presStyleIdx="0" presStyleCnt="6"/>
      <dgm:spPr/>
    </dgm:pt>
    <dgm:pt modelId="{53E68687-C010-4E62-99FF-D24158EAE885}" type="pres">
      <dgm:prSet presAssocID="{8631C2DA-181B-4252-A739-BC0648D8576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49D59E9-4453-4695-96D0-B447A5A0C55D}" type="pres">
      <dgm:prSet presAssocID="{8631C2DA-181B-4252-A739-BC0648D85761}" presName="negativeSpace" presStyleCnt="0"/>
      <dgm:spPr/>
    </dgm:pt>
    <dgm:pt modelId="{FA4D8D85-6AC9-4353-BC47-8C45FC17BC4F}" type="pres">
      <dgm:prSet presAssocID="{8631C2DA-181B-4252-A739-BC0648D85761}" presName="childText" presStyleLbl="conFgAcc1" presStyleIdx="0" presStyleCnt="6">
        <dgm:presLayoutVars>
          <dgm:bulletEnabled val="1"/>
        </dgm:presLayoutVars>
      </dgm:prSet>
      <dgm:spPr/>
    </dgm:pt>
    <dgm:pt modelId="{ACE7A86C-5EB4-4B22-A4C8-F881CAAE1519}" type="pres">
      <dgm:prSet presAssocID="{3D9570C4-56C3-49EC-9898-C784BA25F551}" presName="spaceBetweenRectangles" presStyleCnt="0"/>
      <dgm:spPr/>
    </dgm:pt>
    <dgm:pt modelId="{5E981704-AF43-4533-B6FA-108A5540679A}" type="pres">
      <dgm:prSet presAssocID="{BAE5D882-CAF1-43EB-88A2-BC495ADA469A}" presName="parentLin" presStyleCnt="0"/>
      <dgm:spPr/>
    </dgm:pt>
    <dgm:pt modelId="{D5568A58-BCB9-425E-A61E-C71ED9C5DD0B}" type="pres">
      <dgm:prSet presAssocID="{BAE5D882-CAF1-43EB-88A2-BC495ADA469A}" presName="parentLeftMargin" presStyleLbl="node1" presStyleIdx="0" presStyleCnt="6"/>
      <dgm:spPr/>
    </dgm:pt>
    <dgm:pt modelId="{0E08BD52-A369-43B0-9FED-5D88DEA7874A}" type="pres">
      <dgm:prSet presAssocID="{BAE5D882-CAF1-43EB-88A2-BC495ADA469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777A9B4-741F-49AC-99BF-0A15BD507635}" type="pres">
      <dgm:prSet presAssocID="{BAE5D882-CAF1-43EB-88A2-BC495ADA469A}" presName="negativeSpace" presStyleCnt="0"/>
      <dgm:spPr/>
    </dgm:pt>
    <dgm:pt modelId="{F4832217-6EB1-4E60-8EA5-1E7532D91587}" type="pres">
      <dgm:prSet presAssocID="{BAE5D882-CAF1-43EB-88A2-BC495ADA469A}" presName="childText" presStyleLbl="conFgAcc1" presStyleIdx="1" presStyleCnt="6">
        <dgm:presLayoutVars>
          <dgm:bulletEnabled val="1"/>
        </dgm:presLayoutVars>
      </dgm:prSet>
      <dgm:spPr/>
    </dgm:pt>
    <dgm:pt modelId="{5EE74D4B-22E1-4B0C-BA07-0D2BC052912C}" type="pres">
      <dgm:prSet presAssocID="{A9D19BC0-CE94-4A17-8D31-41AE272F6B17}" presName="spaceBetweenRectangles" presStyleCnt="0"/>
      <dgm:spPr/>
    </dgm:pt>
    <dgm:pt modelId="{816D0E2B-1B36-4102-86F6-BF7BDFE617E4}" type="pres">
      <dgm:prSet presAssocID="{0B314465-CCA2-4D55-AFC1-CC7CE8FCA698}" presName="parentLin" presStyleCnt="0"/>
      <dgm:spPr/>
    </dgm:pt>
    <dgm:pt modelId="{4C32D83F-5457-46F0-9364-86160513B970}" type="pres">
      <dgm:prSet presAssocID="{0B314465-CCA2-4D55-AFC1-CC7CE8FCA698}" presName="parentLeftMargin" presStyleLbl="node1" presStyleIdx="1" presStyleCnt="6"/>
      <dgm:spPr/>
    </dgm:pt>
    <dgm:pt modelId="{AF11E62D-8C79-4341-8594-FD732C13417C}" type="pres">
      <dgm:prSet presAssocID="{0B314465-CCA2-4D55-AFC1-CC7CE8FCA69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166F378-75E7-4F37-9AE4-A2FF3EED8255}" type="pres">
      <dgm:prSet presAssocID="{0B314465-CCA2-4D55-AFC1-CC7CE8FCA698}" presName="negativeSpace" presStyleCnt="0"/>
      <dgm:spPr/>
    </dgm:pt>
    <dgm:pt modelId="{97B99CE8-2231-4323-8EAF-14E0113FCA75}" type="pres">
      <dgm:prSet presAssocID="{0B314465-CCA2-4D55-AFC1-CC7CE8FCA698}" presName="childText" presStyleLbl="conFgAcc1" presStyleIdx="2" presStyleCnt="6">
        <dgm:presLayoutVars>
          <dgm:bulletEnabled val="1"/>
        </dgm:presLayoutVars>
      </dgm:prSet>
      <dgm:spPr/>
    </dgm:pt>
    <dgm:pt modelId="{249ECD92-A922-4C5C-BBD3-0E25EEBA8072}" type="pres">
      <dgm:prSet presAssocID="{C47B8239-AA13-4A74-B441-D20E936205D1}" presName="spaceBetweenRectangles" presStyleCnt="0"/>
      <dgm:spPr/>
    </dgm:pt>
    <dgm:pt modelId="{5F9EA507-8118-495A-AB43-16E0D230C0A0}" type="pres">
      <dgm:prSet presAssocID="{1AF31CA4-4272-4672-80B7-B6F63F6D0520}" presName="parentLin" presStyleCnt="0"/>
      <dgm:spPr/>
    </dgm:pt>
    <dgm:pt modelId="{67233BD9-DA8D-42AF-A7AE-D60FCF7B3F6F}" type="pres">
      <dgm:prSet presAssocID="{1AF31CA4-4272-4672-80B7-B6F63F6D0520}" presName="parentLeftMargin" presStyleLbl="node1" presStyleIdx="2" presStyleCnt="6"/>
      <dgm:spPr/>
    </dgm:pt>
    <dgm:pt modelId="{C7D0D685-8366-4D0A-876D-43E845A577AB}" type="pres">
      <dgm:prSet presAssocID="{1AF31CA4-4272-4672-80B7-B6F63F6D052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B295912-1595-461C-A1D0-EE5042ADC4FE}" type="pres">
      <dgm:prSet presAssocID="{1AF31CA4-4272-4672-80B7-B6F63F6D0520}" presName="negativeSpace" presStyleCnt="0"/>
      <dgm:spPr/>
    </dgm:pt>
    <dgm:pt modelId="{59F4ACED-1926-490E-A2B3-5DC4F8C5DF93}" type="pres">
      <dgm:prSet presAssocID="{1AF31CA4-4272-4672-80B7-B6F63F6D0520}" presName="childText" presStyleLbl="conFgAcc1" presStyleIdx="3" presStyleCnt="6">
        <dgm:presLayoutVars>
          <dgm:bulletEnabled val="1"/>
        </dgm:presLayoutVars>
      </dgm:prSet>
      <dgm:spPr/>
    </dgm:pt>
    <dgm:pt modelId="{41C85DF0-EE96-42BE-94EF-B31ABD2EC923}" type="pres">
      <dgm:prSet presAssocID="{96AF3C83-8533-4F1A-9E13-2F77D3C36CB4}" presName="spaceBetweenRectangles" presStyleCnt="0"/>
      <dgm:spPr/>
    </dgm:pt>
    <dgm:pt modelId="{7EFB8EAD-669A-4E07-A6EA-E781176A110A}" type="pres">
      <dgm:prSet presAssocID="{346BE60A-EF95-4AEE-86DB-FA4B33245B38}" presName="parentLin" presStyleCnt="0"/>
      <dgm:spPr/>
    </dgm:pt>
    <dgm:pt modelId="{4E4214D0-6A4E-4E57-8026-CCF8947CB135}" type="pres">
      <dgm:prSet presAssocID="{346BE60A-EF95-4AEE-86DB-FA4B33245B38}" presName="parentLeftMargin" presStyleLbl="node1" presStyleIdx="3" presStyleCnt="6"/>
      <dgm:spPr/>
    </dgm:pt>
    <dgm:pt modelId="{6D14A971-CCCB-47F0-9405-3C9547D0DE1C}" type="pres">
      <dgm:prSet presAssocID="{346BE60A-EF95-4AEE-86DB-FA4B33245B3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27D3F3C-8BF4-4C26-BEB2-C5E79C0CC4E5}" type="pres">
      <dgm:prSet presAssocID="{346BE60A-EF95-4AEE-86DB-FA4B33245B38}" presName="negativeSpace" presStyleCnt="0"/>
      <dgm:spPr/>
    </dgm:pt>
    <dgm:pt modelId="{C1F3A87E-F4FC-415B-AD02-A2FDB3563491}" type="pres">
      <dgm:prSet presAssocID="{346BE60A-EF95-4AEE-86DB-FA4B33245B38}" presName="childText" presStyleLbl="conFgAcc1" presStyleIdx="4" presStyleCnt="6">
        <dgm:presLayoutVars>
          <dgm:bulletEnabled val="1"/>
        </dgm:presLayoutVars>
      </dgm:prSet>
      <dgm:spPr/>
    </dgm:pt>
    <dgm:pt modelId="{A8C9AAC5-1D81-4360-96A9-7F99E459A663}" type="pres">
      <dgm:prSet presAssocID="{43D0C85E-61B8-41A5-850C-3AC3745E8C65}" presName="spaceBetweenRectangles" presStyleCnt="0"/>
      <dgm:spPr/>
    </dgm:pt>
    <dgm:pt modelId="{E8BC0EB8-A74E-4CF8-B552-F77D5F98EEF6}" type="pres">
      <dgm:prSet presAssocID="{2726AF5B-1552-40D3-84A1-67AA81875B6E}" presName="parentLin" presStyleCnt="0"/>
      <dgm:spPr/>
    </dgm:pt>
    <dgm:pt modelId="{AE27C34C-21F5-4CD2-B461-E78BD6C8B711}" type="pres">
      <dgm:prSet presAssocID="{2726AF5B-1552-40D3-84A1-67AA81875B6E}" presName="parentLeftMargin" presStyleLbl="node1" presStyleIdx="4" presStyleCnt="6"/>
      <dgm:spPr/>
    </dgm:pt>
    <dgm:pt modelId="{FF8AE427-4F97-43DE-A8EF-BE9B840DE903}" type="pres">
      <dgm:prSet presAssocID="{2726AF5B-1552-40D3-84A1-67AA81875B6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F39531B1-1269-4130-AE9B-6E602C2F0265}" type="pres">
      <dgm:prSet presAssocID="{2726AF5B-1552-40D3-84A1-67AA81875B6E}" presName="negativeSpace" presStyleCnt="0"/>
      <dgm:spPr/>
    </dgm:pt>
    <dgm:pt modelId="{2EED5C15-595A-4391-8386-9A1DDC4C3D41}" type="pres">
      <dgm:prSet presAssocID="{2726AF5B-1552-40D3-84A1-67AA81875B6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5766A18-DE43-4AAD-B454-11E1BA1D7958}" type="presOf" srcId="{1AF31CA4-4272-4672-80B7-B6F63F6D0520}" destId="{67233BD9-DA8D-42AF-A7AE-D60FCF7B3F6F}" srcOrd="0" destOrd="0" presId="urn:microsoft.com/office/officeart/2005/8/layout/list1"/>
    <dgm:cxn modelId="{8494F41C-2FEE-42D1-AD09-77E5087F2FCD}" srcId="{1AF31CA4-4272-4672-80B7-B6F63F6D0520}" destId="{C122AF16-0B13-450C-BB52-EFBE88D718CF}" srcOrd="0" destOrd="0" parTransId="{7A8A675F-B490-464B-A42E-D4CDB4EE0A84}" sibTransId="{87E59228-BA87-4D6C-B683-81BB9BA09EB1}"/>
    <dgm:cxn modelId="{6D797B27-ACB2-405D-853E-0382D155E567}" type="presOf" srcId="{177EDC60-D332-45B4-9B21-DDA91C7FD822}" destId="{FA4D8D85-6AC9-4353-BC47-8C45FC17BC4F}" srcOrd="0" destOrd="0" presId="urn:microsoft.com/office/officeart/2005/8/layout/list1"/>
    <dgm:cxn modelId="{90CC942A-FEBB-4C3F-AF04-942ACFF64352}" type="presOf" srcId="{346BE60A-EF95-4AEE-86DB-FA4B33245B38}" destId="{6D14A971-CCCB-47F0-9405-3C9547D0DE1C}" srcOrd="1" destOrd="0" presId="urn:microsoft.com/office/officeart/2005/8/layout/list1"/>
    <dgm:cxn modelId="{D723822E-B55E-437F-9CA8-C671C40EEEB6}" srcId="{521370EC-7216-4C65-83C3-B3724E5AFFA4}" destId="{1AF31CA4-4272-4672-80B7-B6F63F6D0520}" srcOrd="3" destOrd="0" parTransId="{1466C2A7-B605-434F-995D-3EBBD7DAA14D}" sibTransId="{96AF3C83-8533-4F1A-9E13-2F77D3C36CB4}"/>
    <dgm:cxn modelId="{22F0D22F-EFE2-4555-A379-C7EB89131B9B}" type="presOf" srcId="{521370EC-7216-4C65-83C3-B3724E5AFFA4}" destId="{5EDCADC1-D15A-41E7-9979-FA9F85831D40}" srcOrd="0" destOrd="0" presId="urn:microsoft.com/office/officeart/2005/8/layout/list1"/>
    <dgm:cxn modelId="{4B363A30-6A2E-4943-80FD-226EA4D4895D}" type="presOf" srcId="{8631C2DA-181B-4252-A739-BC0648D85761}" destId="{742B891D-937F-4610-B28C-B242BBEEE21E}" srcOrd="0" destOrd="0" presId="urn:microsoft.com/office/officeart/2005/8/layout/list1"/>
    <dgm:cxn modelId="{A8B2FC32-53F4-45CA-9BB2-FD0B688C153A}" type="presOf" srcId="{BAE5D882-CAF1-43EB-88A2-BC495ADA469A}" destId="{D5568A58-BCB9-425E-A61E-C71ED9C5DD0B}" srcOrd="0" destOrd="0" presId="urn:microsoft.com/office/officeart/2005/8/layout/list1"/>
    <dgm:cxn modelId="{98D96235-BC18-4E8B-8320-48A4F6A01FA9}" type="presOf" srcId="{2726AF5B-1552-40D3-84A1-67AA81875B6E}" destId="{AE27C34C-21F5-4CD2-B461-E78BD6C8B711}" srcOrd="0" destOrd="0" presId="urn:microsoft.com/office/officeart/2005/8/layout/list1"/>
    <dgm:cxn modelId="{EC8BDD37-2269-4DA3-9F8F-552E539193D1}" type="presOf" srcId="{0B314465-CCA2-4D55-AFC1-CC7CE8FCA698}" destId="{4C32D83F-5457-46F0-9364-86160513B970}" srcOrd="0" destOrd="0" presId="urn:microsoft.com/office/officeart/2005/8/layout/list1"/>
    <dgm:cxn modelId="{0D52E45B-8B67-4CE6-B237-3C30F31E3772}" srcId="{521370EC-7216-4C65-83C3-B3724E5AFFA4}" destId="{8631C2DA-181B-4252-A739-BC0648D85761}" srcOrd="0" destOrd="0" parTransId="{489C6555-150D-43B7-8EB0-D9349ED80E78}" sibTransId="{3D9570C4-56C3-49EC-9898-C784BA25F551}"/>
    <dgm:cxn modelId="{27051762-7796-4267-86A0-8884DD1AF336}" type="presOf" srcId="{BAE5D882-CAF1-43EB-88A2-BC495ADA469A}" destId="{0E08BD52-A369-43B0-9FED-5D88DEA7874A}" srcOrd="1" destOrd="0" presId="urn:microsoft.com/office/officeart/2005/8/layout/list1"/>
    <dgm:cxn modelId="{220CC242-65FD-475E-A50B-BB4C1FE0AACA}" type="presOf" srcId="{BEE9E735-3242-4D68-A776-B3418872564B}" destId="{2EED5C15-595A-4391-8386-9A1DDC4C3D41}" srcOrd="0" destOrd="0" presId="urn:microsoft.com/office/officeart/2005/8/layout/list1"/>
    <dgm:cxn modelId="{627EFF42-5298-46E1-82EF-A44CF0BE57A8}" srcId="{346BE60A-EF95-4AEE-86DB-FA4B33245B38}" destId="{9A22F68E-9DC4-4C8D-8243-E2DDE1A4E687}" srcOrd="0" destOrd="0" parTransId="{2EAE5E16-21D8-45AC-9FC2-42926B683C90}" sibTransId="{65E38ECE-19B7-4DD0-9543-95CF842F4BDD}"/>
    <dgm:cxn modelId="{A7D2B86A-B6F7-4B5C-844C-19E9A7782F78}" srcId="{BAE5D882-CAF1-43EB-88A2-BC495ADA469A}" destId="{1C6601BD-0741-42DB-ABCE-FFCC6F6E2482}" srcOrd="0" destOrd="0" parTransId="{7A83604F-02BB-48F6-A8FB-6B737F09FD09}" sibTransId="{AC7B0B47-A5FF-489F-A154-B149AA1CDD23}"/>
    <dgm:cxn modelId="{0149466E-6364-49E0-A427-826FBC1DA3C8}" type="presOf" srcId="{1AF31CA4-4272-4672-80B7-B6F63F6D0520}" destId="{C7D0D685-8366-4D0A-876D-43E845A577AB}" srcOrd="1" destOrd="0" presId="urn:microsoft.com/office/officeart/2005/8/layout/list1"/>
    <dgm:cxn modelId="{F2683152-2B7D-4892-9F33-F31A803EE1DD}" srcId="{521370EC-7216-4C65-83C3-B3724E5AFFA4}" destId="{BAE5D882-CAF1-43EB-88A2-BC495ADA469A}" srcOrd="1" destOrd="0" parTransId="{C3B9824D-CFDA-4F67-B9ED-D5AA6FFB8AAC}" sibTransId="{A9D19BC0-CE94-4A17-8D31-41AE272F6B17}"/>
    <dgm:cxn modelId="{7EEE1B75-FC9A-47EB-B72A-F99E854DAE2C}" srcId="{521370EC-7216-4C65-83C3-B3724E5AFFA4}" destId="{0B314465-CCA2-4D55-AFC1-CC7CE8FCA698}" srcOrd="2" destOrd="0" parTransId="{55612A2A-5520-4C3D-ABBA-DFB913A27C4C}" sibTransId="{C47B8239-AA13-4A74-B441-D20E936205D1}"/>
    <dgm:cxn modelId="{9A6D6577-B737-4D32-BD38-D871BE54399F}" srcId="{521370EC-7216-4C65-83C3-B3724E5AFFA4}" destId="{346BE60A-EF95-4AEE-86DB-FA4B33245B38}" srcOrd="4" destOrd="0" parTransId="{88A936EA-A096-4D8C-A037-5C06553519BF}" sibTransId="{43D0C85E-61B8-41A5-850C-3AC3745E8C65}"/>
    <dgm:cxn modelId="{53EAF27A-6B54-4573-BAE4-ED9EDB2B2022}" type="presOf" srcId="{2726AF5B-1552-40D3-84A1-67AA81875B6E}" destId="{FF8AE427-4F97-43DE-A8EF-BE9B840DE903}" srcOrd="1" destOrd="0" presId="urn:microsoft.com/office/officeart/2005/8/layout/list1"/>
    <dgm:cxn modelId="{F330227C-C008-466B-BB06-614C2D05C2C5}" srcId="{521370EC-7216-4C65-83C3-B3724E5AFFA4}" destId="{2726AF5B-1552-40D3-84A1-67AA81875B6E}" srcOrd="5" destOrd="0" parTransId="{4D293639-39CC-48A2-989C-AAB763893534}" sibTransId="{BE9CD413-569C-4063-ABC6-89934F98A38D}"/>
    <dgm:cxn modelId="{74E1397F-BCAF-4D02-AFD9-8BA1C8A26B12}" srcId="{0B314465-CCA2-4D55-AFC1-CC7CE8FCA698}" destId="{E6A32061-1D81-41A6-9776-4BF033DC0F73}" srcOrd="0" destOrd="0" parTransId="{29D77604-89F3-4483-9828-30FA1FC7484C}" sibTransId="{DA7DB8A1-E32D-4665-8763-FE994CC7F589}"/>
    <dgm:cxn modelId="{44AD2089-E721-45F2-8B76-90A2EE5E423B}" type="presOf" srcId="{1C6601BD-0741-42DB-ABCE-FFCC6F6E2482}" destId="{F4832217-6EB1-4E60-8EA5-1E7532D91587}" srcOrd="0" destOrd="0" presId="urn:microsoft.com/office/officeart/2005/8/layout/list1"/>
    <dgm:cxn modelId="{2AB47A8A-22FE-491F-813E-2E220FA2C3D7}" type="presOf" srcId="{9A22F68E-9DC4-4C8D-8243-E2DDE1A4E687}" destId="{C1F3A87E-F4FC-415B-AD02-A2FDB3563491}" srcOrd="0" destOrd="0" presId="urn:microsoft.com/office/officeart/2005/8/layout/list1"/>
    <dgm:cxn modelId="{0E86968E-4AE0-498E-896A-D88068519C2A}" srcId="{8631C2DA-181B-4252-A739-BC0648D85761}" destId="{177EDC60-D332-45B4-9B21-DDA91C7FD822}" srcOrd="0" destOrd="0" parTransId="{E31E0BB0-23FE-4790-A997-8165711D9E69}" sibTransId="{EB178863-62F0-44B3-9E2E-F4CAA960E888}"/>
    <dgm:cxn modelId="{443365D3-81CC-4F8B-B93E-67C230F3FED0}" type="presOf" srcId="{E6A32061-1D81-41A6-9776-4BF033DC0F73}" destId="{97B99CE8-2231-4323-8EAF-14E0113FCA75}" srcOrd="0" destOrd="0" presId="urn:microsoft.com/office/officeart/2005/8/layout/list1"/>
    <dgm:cxn modelId="{C724C5D6-2D9A-4F07-B298-813DE92DD494}" type="presOf" srcId="{C122AF16-0B13-450C-BB52-EFBE88D718CF}" destId="{59F4ACED-1926-490E-A2B3-5DC4F8C5DF93}" srcOrd="0" destOrd="0" presId="urn:microsoft.com/office/officeart/2005/8/layout/list1"/>
    <dgm:cxn modelId="{F761ACD9-375F-48CB-9F58-6E198FCACFBD}" srcId="{2726AF5B-1552-40D3-84A1-67AA81875B6E}" destId="{BEE9E735-3242-4D68-A776-B3418872564B}" srcOrd="0" destOrd="0" parTransId="{E5015346-DDBB-4CD4-BBB5-9F45CB9112EC}" sibTransId="{B8D1D8B1-A646-4D43-97ED-9750027693D5}"/>
    <dgm:cxn modelId="{402E55E2-7217-48AB-B01D-B3391BD1DA99}" type="presOf" srcId="{0B314465-CCA2-4D55-AFC1-CC7CE8FCA698}" destId="{AF11E62D-8C79-4341-8594-FD732C13417C}" srcOrd="1" destOrd="0" presId="urn:microsoft.com/office/officeart/2005/8/layout/list1"/>
    <dgm:cxn modelId="{B817DDF8-52EC-4A4B-A58D-894356A40F7B}" type="presOf" srcId="{346BE60A-EF95-4AEE-86DB-FA4B33245B38}" destId="{4E4214D0-6A4E-4E57-8026-CCF8947CB135}" srcOrd="0" destOrd="0" presId="urn:microsoft.com/office/officeart/2005/8/layout/list1"/>
    <dgm:cxn modelId="{2D37F5F8-79DF-41E8-9C74-76E33D0D6D6A}" type="presOf" srcId="{8631C2DA-181B-4252-A739-BC0648D85761}" destId="{53E68687-C010-4E62-99FF-D24158EAE885}" srcOrd="1" destOrd="0" presId="urn:microsoft.com/office/officeart/2005/8/layout/list1"/>
    <dgm:cxn modelId="{F7E78AAD-0A20-4DB3-AB5A-E29D06CD0AD5}" type="presParOf" srcId="{5EDCADC1-D15A-41E7-9979-FA9F85831D40}" destId="{1047B465-A659-4469-AB8E-8661A2851FD6}" srcOrd="0" destOrd="0" presId="urn:microsoft.com/office/officeart/2005/8/layout/list1"/>
    <dgm:cxn modelId="{9DC34999-EE02-4B3C-97C1-3DBD4EB36026}" type="presParOf" srcId="{1047B465-A659-4469-AB8E-8661A2851FD6}" destId="{742B891D-937F-4610-B28C-B242BBEEE21E}" srcOrd="0" destOrd="0" presId="urn:microsoft.com/office/officeart/2005/8/layout/list1"/>
    <dgm:cxn modelId="{530C5898-5874-4A3C-8A7F-3EE96C051B78}" type="presParOf" srcId="{1047B465-A659-4469-AB8E-8661A2851FD6}" destId="{53E68687-C010-4E62-99FF-D24158EAE885}" srcOrd="1" destOrd="0" presId="urn:microsoft.com/office/officeart/2005/8/layout/list1"/>
    <dgm:cxn modelId="{68F03D07-8D3B-4BDA-BA4A-59B4A023F6B2}" type="presParOf" srcId="{5EDCADC1-D15A-41E7-9979-FA9F85831D40}" destId="{749D59E9-4453-4695-96D0-B447A5A0C55D}" srcOrd="1" destOrd="0" presId="urn:microsoft.com/office/officeart/2005/8/layout/list1"/>
    <dgm:cxn modelId="{D473E352-9315-4BB2-A5C0-0C8287E78293}" type="presParOf" srcId="{5EDCADC1-D15A-41E7-9979-FA9F85831D40}" destId="{FA4D8D85-6AC9-4353-BC47-8C45FC17BC4F}" srcOrd="2" destOrd="0" presId="urn:microsoft.com/office/officeart/2005/8/layout/list1"/>
    <dgm:cxn modelId="{12EC5C35-A1F0-4556-B9AE-13A7EA0B7E9D}" type="presParOf" srcId="{5EDCADC1-D15A-41E7-9979-FA9F85831D40}" destId="{ACE7A86C-5EB4-4B22-A4C8-F881CAAE1519}" srcOrd="3" destOrd="0" presId="urn:microsoft.com/office/officeart/2005/8/layout/list1"/>
    <dgm:cxn modelId="{50B48718-D670-4377-85A3-A03F5EF9ADC5}" type="presParOf" srcId="{5EDCADC1-D15A-41E7-9979-FA9F85831D40}" destId="{5E981704-AF43-4533-B6FA-108A5540679A}" srcOrd="4" destOrd="0" presId="urn:microsoft.com/office/officeart/2005/8/layout/list1"/>
    <dgm:cxn modelId="{D81CBF4B-A68D-4A79-9165-94694DF969CD}" type="presParOf" srcId="{5E981704-AF43-4533-B6FA-108A5540679A}" destId="{D5568A58-BCB9-425E-A61E-C71ED9C5DD0B}" srcOrd="0" destOrd="0" presId="urn:microsoft.com/office/officeart/2005/8/layout/list1"/>
    <dgm:cxn modelId="{42E5F786-AC52-40E4-84A7-401A2C92A869}" type="presParOf" srcId="{5E981704-AF43-4533-B6FA-108A5540679A}" destId="{0E08BD52-A369-43B0-9FED-5D88DEA7874A}" srcOrd="1" destOrd="0" presId="urn:microsoft.com/office/officeart/2005/8/layout/list1"/>
    <dgm:cxn modelId="{F2F1C908-393B-45C1-B37B-903839AB67B3}" type="presParOf" srcId="{5EDCADC1-D15A-41E7-9979-FA9F85831D40}" destId="{2777A9B4-741F-49AC-99BF-0A15BD507635}" srcOrd="5" destOrd="0" presId="urn:microsoft.com/office/officeart/2005/8/layout/list1"/>
    <dgm:cxn modelId="{1F5905E0-C8F5-4E07-8FEA-7A78179131EF}" type="presParOf" srcId="{5EDCADC1-D15A-41E7-9979-FA9F85831D40}" destId="{F4832217-6EB1-4E60-8EA5-1E7532D91587}" srcOrd="6" destOrd="0" presId="urn:microsoft.com/office/officeart/2005/8/layout/list1"/>
    <dgm:cxn modelId="{2945B3D6-6071-4436-BD4B-FABF1C2DE697}" type="presParOf" srcId="{5EDCADC1-D15A-41E7-9979-FA9F85831D40}" destId="{5EE74D4B-22E1-4B0C-BA07-0D2BC052912C}" srcOrd="7" destOrd="0" presId="urn:microsoft.com/office/officeart/2005/8/layout/list1"/>
    <dgm:cxn modelId="{6944ABB6-030E-4CB1-8FC9-F2C728B52989}" type="presParOf" srcId="{5EDCADC1-D15A-41E7-9979-FA9F85831D40}" destId="{816D0E2B-1B36-4102-86F6-BF7BDFE617E4}" srcOrd="8" destOrd="0" presId="urn:microsoft.com/office/officeart/2005/8/layout/list1"/>
    <dgm:cxn modelId="{F52C4687-6232-4299-AA2D-C17602DCE50C}" type="presParOf" srcId="{816D0E2B-1B36-4102-86F6-BF7BDFE617E4}" destId="{4C32D83F-5457-46F0-9364-86160513B970}" srcOrd="0" destOrd="0" presId="urn:microsoft.com/office/officeart/2005/8/layout/list1"/>
    <dgm:cxn modelId="{1DFBB7EF-AFE3-4E1A-9523-EE1744F59940}" type="presParOf" srcId="{816D0E2B-1B36-4102-86F6-BF7BDFE617E4}" destId="{AF11E62D-8C79-4341-8594-FD732C13417C}" srcOrd="1" destOrd="0" presId="urn:microsoft.com/office/officeart/2005/8/layout/list1"/>
    <dgm:cxn modelId="{74340046-99CB-42F9-8C70-98E65E1204B5}" type="presParOf" srcId="{5EDCADC1-D15A-41E7-9979-FA9F85831D40}" destId="{C166F378-75E7-4F37-9AE4-A2FF3EED8255}" srcOrd="9" destOrd="0" presId="urn:microsoft.com/office/officeart/2005/8/layout/list1"/>
    <dgm:cxn modelId="{74BC3BDA-C5CE-43F7-A015-386B489AB92E}" type="presParOf" srcId="{5EDCADC1-D15A-41E7-9979-FA9F85831D40}" destId="{97B99CE8-2231-4323-8EAF-14E0113FCA75}" srcOrd="10" destOrd="0" presId="urn:microsoft.com/office/officeart/2005/8/layout/list1"/>
    <dgm:cxn modelId="{AC3BC114-AF85-435C-BCFB-C314E2405CA6}" type="presParOf" srcId="{5EDCADC1-D15A-41E7-9979-FA9F85831D40}" destId="{249ECD92-A922-4C5C-BBD3-0E25EEBA8072}" srcOrd="11" destOrd="0" presId="urn:microsoft.com/office/officeart/2005/8/layout/list1"/>
    <dgm:cxn modelId="{391C2315-9A2B-45BD-93B7-837E9CDF5AAC}" type="presParOf" srcId="{5EDCADC1-D15A-41E7-9979-FA9F85831D40}" destId="{5F9EA507-8118-495A-AB43-16E0D230C0A0}" srcOrd="12" destOrd="0" presId="urn:microsoft.com/office/officeart/2005/8/layout/list1"/>
    <dgm:cxn modelId="{2907A8C4-EFA1-435B-9DBD-8C30B5AB5D96}" type="presParOf" srcId="{5F9EA507-8118-495A-AB43-16E0D230C0A0}" destId="{67233BD9-DA8D-42AF-A7AE-D60FCF7B3F6F}" srcOrd="0" destOrd="0" presId="urn:microsoft.com/office/officeart/2005/8/layout/list1"/>
    <dgm:cxn modelId="{16F199C3-D4C4-46DB-B3C5-4851158380F0}" type="presParOf" srcId="{5F9EA507-8118-495A-AB43-16E0D230C0A0}" destId="{C7D0D685-8366-4D0A-876D-43E845A577AB}" srcOrd="1" destOrd="0" presId="urn:microsoft.com/office/officeart/2005/8/layout/list1"/>
    <dgm:cxn modelId="{F760A386-169E-44E0-A607-A32F75188528}" type="presParOf" srcId="{5EDCADC1-D15A-41E7-9979-FA9F85831D40}" destId="{AB295912-1595-461C-A1D0-EE5042ADC4FE}" srcOrd="13" destOrd="0" presId="urn:microsoft.com/office/officeart/2005/8/layout/list1"/>
    <dgm:cxn modelId="{7F152AE3-791E-4728-84DA-339336D350B0}" type="presParOf" srcId="{5EDCADC1-D15A-41E7-9979-FA9F85831D40}" destId="{59F4ACED-1926-490E-A2B3-5DC4F8C5DF93}" srcOrd="14" destOrd="0" presId="urn:microsoft.com/office/officeart/2005/8/layout/list1"/>
    <dgm:cxn modelId="{FFD9E907-2ACB-4D6A-936E-31E223FD155D}" type="presParOf" srcId="{5EDCADC1-D15A-41E7-9979-FA9F85831D40}" destId="{41C85DF0-EE96-42BE-94EF-B31ABD2EC923}" srcOrd="15" destOrd="0" presId="urn:microsoft.com/office/officeart/2005/8/layout/list1"/>
    <dgm:cxn modelId="{20A365D6-F27B-4D1E-8E75-115121D517B1}" type="presParOf" srcId="{5EDCADC1-D15A-41E7-9979-FA9F85831D40}" destId="{7EFB8EAD-669A-4E07-A6EA-E781176A110A}" srcOrd="16" destOrd="0" presId="urn:microsoft.com/office/officeart/2005/8/layout/list1"/>
    <dgm:cxn modelId="{B8E3E1CC-A8D9-4130-8358-96ECEEBB5B49}" type="presParOf" srcId="{7EFB8EAD-669A-4E07-A6EA-E781176A110A}" destId="{4E4214D0-6A4E-4E57-8026-CCF8947CB135}" srcOrd="0" destOrd="0" presId="urn:microsoft.com/office/officeart/2005/8/layout/list1"/>
    <dgm:cxn modelId="{217A66B8-EF46-4FEA-96D1-DDF4E8FF6D1D}" type="presParOf" srcId="{7EFB8EAD-669A-4E07-A6EA-E781176A110A}" destId="{6D14A971-CCCB-47F0-9405-3C9547D0DE1C}" srcOrd="1" destOrd="0" presId="urn:microsoft.com/office/officeart/2005/8/layout/list1"/>
    <dgm:cxn modelId="{571438BC-4F8C-4909-A267-F6B1502102E1}" type="presParOf" srcId="{5EDCADC1-D15A-41E7-9979-FA9F85831D40}" destId="{B27D3F3C-8BF4-4C26-BEB2-C5E79C0CC4E5}" srcOrd="17" destOrd="0" presId="urn:microsoft.com/office/officeart/2005/8/layout/list1"/>
    <dgm:cxn modelId="{DE8FF392-4CB1-4DF3-A71A-329037DCE3AE}" type="presParOf" srcId="{5EDCADC1-D15A-41E7-9979-FA9F85831D40}" destId="{C1F3A87E-F4FC-415B-AD02-A2FDB3563491}" srcOrd="18" destOrd="0" presId="urn:microsoft.com/office/officeart/2005/8/layout/list1"/>
    <dgm:cxn modelId="{0C868175-AD01-47C5-8CF3-E9CB62826482}" type="presParOf" srcId="{5EDCADC1-D15A-41E7-9979-FA9F85831D40}" destId="{A8C9AAC5-1D81-4360-96A9-7F99E459A663}" srcOrd="19" destOrd="0" presId="urn:microsoft.com/office/officeart/2005/8/layout/list1"/>
    <dgm:cxn modelId="{794E2063-624E-4F7F-8FCB-E9BAD2C7DCB5}" type="presParOf" srcId="{5EDCADC1-D15A-41E7-9979-FA9F85831D40}" destId="{E8BC0EB8-A74E-4CF8-B552-F77D5F98EEF6}" srcOrd="20" destOrd="0" presId="urn:microsoft.com/office/officeart/2005/8/layout/list1"/>
    <dgm:cxn modelId="{8691070E-7A2A-424E-8623-72FC5FC8B960}" type="presParOf" srcId="{E8BC0EB8-A74E-4CF8-B552-F77D5F98EEF6}" destId="{AE27C34C-21F5-4CD2-B461-E78BD6C8B711}" srcOrd="0" destOrd="0" presId="urn:microsoft.com/office/officeart/2005/8/layout/list1"/>
    <dgm:cxn modelId="{FD4AEFD1-DCC6-484F-B2E5-3D881BDE7F4B}" type="presParOf" srcId="{E8BC0EB8-A74E-4CF8-B552-F77D5F98EEF6}" destId="{FF8AE427-4F97-43DE-A8EF-BE9B840DE903}" srcOrd="1" destOrd="0" presId="urn:microsoft.com/office/officeart/2005/8/layout/list1"/>
    <dgm:cxn modelId="{44FADC25-F9DA-4000-8809-041208D46645}" type="presParOf" srcId="{5EDCADC1-D15A-41E7-9979-FA9F85831D40}" destId="{F39531B1-1269-4130-AE9B-6E602C2F0265}" srcOrd="21" destOrd="0" presId="urn:microsoft.com/office/officeart/2005/8/layout/list1"/>
    <dgm:cxn modelId="{A3E1B6E9-CF4C-40BC-A4C1-91D225EDD36B}" type="presParOf" srcId="{5EDCADC1-D15A-41E7-9979-FA9F85831D40}" destId="{2EED5C15-595A-4391-8386-9A1DDC4C3D41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F60BE9-D042-4CD9-8C36-66EC45EAE448}">
      <dsp:nvSpPr>
        <dsp:cNvPr id="0" name=""/>
        <dsp:cNvSpPr/>
      </dsp:nvSpPr>
      <dsp:spPr>
        <a:xfrm>
          <a:off x="-6106625" y="-934316"/>
          <a:ext cx="7269307" cy="7269307"/>
        </a:xfrm>
        <a:prstGeom prst="blockArc">
          <a:avLst>
            <a:gd name="adj1" fmla="val 18900000"/>
            <a:gd name="adj2" fmla="val 2700000"/>
            <a:gd name="adj3" fmla="val 2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3FC0AC-9046-48D6-ACB5-9BEBB20D7840}">
      <dsp:nvSpPr>
        <dsp:cNvPr id="0" name=""/>
        <dsp:cNvSpPr/>
      </dsp:nvSpPr>
      <dsp:spPr>
        <a:xfrm>
          <a:off x="508055" y="337434"/>
          <a:ext cx="11296496" cy="6753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02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Grundlagen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/>
            <a:t>Kontext und allgemeine Informationen zum LeMoS</a:t>
          </a:r>
        </a:p>
      </dsp:txBody>
      <dsp:txXfrm>
        <a:off x="508055" y="337434"/>
        <a:ext cx="11296496" cy="675300"/>
      </dsp:txXfrm>
    </dsp:sp>
    <dsp:sp modelId="{78F3D896-CAB2-45DD-8120-42BE39A7F3B9}">
      <dsp:nvSpPr>
        <dsp:cNvPr id="0" name=""/>
        <dsp:cNvSpPr/>
      </dsp:nvSpPr>
      <dsp:spPr>
        <a:xfrm>
          <a:off x="85992" y="253021"/>
          <a:ext cx="844125" cy="8441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FB2C1-C53C-41DF-A695-878CAB10E50B}">
      <dsp:nvSpPr>
        <dsp:cNvPr id="0" name=""/>
        <dsp:cNvSpPr/>
      </dsp:nvSpPr>
      <dsp:spPr>
        <a:xfrm>
          <a:off x="991955" y="1350060"/>
          <a:ext cx="10812596" cy="6753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02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Vorgehensweise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/>
            <a:t>Arbeitsablauf zur Erstellung eines Lernmoduls</a:t>
          </a:r>
        </a:p>
      </dsp:txBody>
      <dsp:txXfrm>
        <a:off x="991955" y="1350060"/>
        <a:ext cx="10812596" cy="675300"/>
      </dsp:txXfrm>
    </dsp:sp>
    <dsp:sp modelId="{A7765C82-A8B0-4DE4-B4C6-2679F334D841}">
      <dsp:nvSpPr>
        <dsp:cNvPr id="0" name=""/>
        <dsp:cNvSpPr/>
      </dsp:nvSpPr>
      <dsp:spPr>
        <a:xfrm>
          <a:off x="569892" y="1265648"/>
          <a:ext cx="844125" cy="8441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9AF6B-66F6-4C86-92F2-8FEFFC4FC1FF}">
      <dsp:nvSpPr>
        <dsp:cNvPr id="0" name=""/>
        <dsp:cNvSpPr/>
      </dsp:nvSpPr>
      <dsp:spPr>
        <a:xfrm>
          <a:off x="1140474" y="2362687"/>
          <a:ext cx="10664077" cy="6753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02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Erste Schritte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/>
            <a:t>Exemplarische Modellierung eines Lernmoduls</a:t>
          </a:r>
        </a:p>
      </dsp:txBody>
      <dsp:txXfrm>
        <a:off x="1140474" y="2362687"/>
        <a:ext cx="10664077" cy="675300"/>
      </dsp:txXfrm>
    </dsp:sp>
    <dsp:sp modelId="{16D5E0FC-CDA3-49C8-96AB-BDB64B8FA2FC}">
      <dsp:nvSpPr>
        <dsp:cNvPr id="0" name=""/>
        <dsp:cNvSpPr/>
      </dsp:nvSpPr>
      <dsp:spPr>
        <a:xfrm>
          <a:off x="718411" y="2278274"/>
          <a:ext cx="844125" cy="8441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EAFFF-28B9-4105-A5CD-14946078C83C}">
      <dsp:nvSpPr>
        <dsp:cNvPr id="0" name=""/>
        <dsp:cNvSpPr/>
      </dsp:nvSpPr>
      <dsp:spPr>
        <a:xfrm>
          <a:off x="991955" y="3375313"/>
          <a:ext cx="10812596" cy="6753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02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Modellierungssprache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/>
            <a:t>Spezifikation aller Konfigurationsmöglichkeiten des LeMoS</a:t>
          </a:r>
        </a:p>
      </dsp:txBody>
      <dsp:txXfrm>
        <a:off x="991955" y="3375313"/>
        <a:ext cx="10812596" cy="675300"/>
      </dsp:txXfrm>
    </dsp:sp>
    <dsp:sp modelId="{992690F7-584A-4DAC-A67A-4FD38DC138EA}">
      <dsp:nvSpPr>
        <dsp:cNvPr id="0" name=""/>
        <dsp:cNvSpPr/>
      </dsp:nvSpPr>
      <dsp:spPr>
        <a:xfrm>
          <a:off x="569892" y="3290901"/>
          <a:ext cx="844125" cy="8441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E54BB4-0533-433E-948D-5F60F885DE70}">
      <dsp:nvSpPr>
        <dsp:cNvPr id="0" name=""/>
        <dsp:cNvSpPr/>
      </dsp:nvSpPr>
      <dsp:spPr>
        <a:xfrm>
          <a:off x="508055" y="4387940"/>
          <a:ext cx="11296496" cy="6753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02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Systemfunktionen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/>
            <a:t>Spezifikation aller vom LeMoS bereitgestellten Funktionen</a:t>
          </a:r>
        </a:p>
      </dsp:txBody>
      <dsp:txXfrm>
        <a:off x="508055" y="4387940"/>
        <a:ext cx="11296496" cy="675300"/>
      </dsp:txXfrm>
    </dsp:sp>
    <dsp:sp modelId="{7EDDD80B-D799-4C0F-9950-CBE824F2D688}">
      <dsp:nvSpPr>
        <dsp:cNvPr id="0" name=""/>
        <dsp:cNvSpPr/>
      </dsp:nvSpPr>
      <dsp:spPr>
        <a:xfrm>
          <a:off x="85992" y="4303527"/>
          <a:ext cx="844125" cy="8441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D8D85-6AC9-4353-BC47-8C45FC17BC4F}">
      <dsp:nvSpPr>
        <dsp:cNvPr id="0" name=""/>
        <dsp:cNvSpPr/>
      </dsp:nvSpPr>
      <dsp:spPr>
        <a:xfrm>
          <a:off x="0" y="206189"/>
          <a:ext cx="11880850" cy="644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086" tIns="270764" rIns="92208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noProof="0" dirty="0"/>
            <a:t>Person, die die Lernmodule zum eigenständigen Lernen verwendet</a:t>
          </a:r>
        </a:p>
      </dsp:txBody>
      <dsp:txXfrm>
        <a:off x="0" y="206189"/>
        <a:ext cx="11880850" cy="644962"/>
      </dsp:txXfrm>
    </dsp:sp>
    <dsp:sp modelId="{53E68687-C010-4E62-99FF-D24158EAE885}">
      <dsp:nvSpPr>
        <dsp:cNvPr id="0" name=""/>
        <dsp:cNvSpPr/>
      </dsp:nvSpPr>
      <dsp:spPr>
        <a:xfrm>
          <a:off x="594042" y="14309"/>
          <a:ext cx="831659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47" tIns="0" rIns="3143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noProof="0" dirty="0"/>
            <a:t>Benutzer</a:t>
          </a:r>
        </a:p>
      </dsp:txBody>
      <dsp:txXfrm>
        <a:off x="612776" y="33043"/>
        <a:ext cx="8279127" cy="346292"/>
      </dsp:txXfrm>
    </dsp:sp>
    <dsp:sp modelId="{F4832217-6EB1-4E60-8EA5-1E7532D91587}">
      <dsp:nvSpPr>
        <dsp:cNvPr id="0" name=""/>
        <dsp:cNvSpPr/>
      </dsp:nvSpPr>
      <dsp:spPr>
        <a:xfrm>
          <a:off x="0" y="1113232"/>
          <a:ext cx="11880850" cy="644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086" tIns="270764" rIns="92208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noProof="0" dirty="0"/>
            <a:t>Person, die die Lerninhalte konzipiert und entsprechende Lernmodule modelliert</a:t>
          </a:r>
        </a:p>
      </dsp:txBody>
      <dsp:txXfrm>
        <a:off x="0" y="1113232"/>
        <a:ext cx="11880850" cy="644962"/>
      </dsp:txXfrm>
    </dsp:sp>
    <dsp:sp modelId="{0E08BD52-A369-43B0-9FED-5D88DEA7874A}">
      <dsp:nvSpPr>
        <dsp:cNvPr id="0" name=""/>
        <dsp:cNvSpPr/>
      </dsp:nvSpPr>
      <dsp:spPr>
        <a:xfrm>
          <a:off x="594042" y="921352"/>
          <a:ext cx="831659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47" tIns="0" rIns="3143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noProof="0" dirty="0"/>
            <a:t>Lernmodulersteller</a:t>
          </a:r>
        </a:p>
      </dsp:txBody>
      <dsp:txXfrm>
        <a:off x="612776" y="940086"/>
        <a:ext cx="8279127" cy="346292"/>
      </dsp:txXfrm>
    </dsp:sp>
    <dsp:sp modelId="{97B99CE8-2231-4323-8EAF-14E0113FCA75}">
      <dsp:nvSpPr>
        <dsp:cNvPr id="0" name=""/>
        <dsp:cNvSpPr/>
      </dsp:nvSpPr>
      <dsp:spPr>
        <a:xfrm>
          <a:off x="0" y="2020275"/>
          <a:ext cx="11880850" cy="644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086" tIns="270764" rIns="92208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noProof="0" dirty="0"/>
            <a:t>Inhalt, der den Benutzern vermittelt werden soll</a:t>
          </a:r>
        </a:p>
      </dsp:txBody>
      <dsp:txXfrm>
        <a:off x="0" y="2020275"/>
        <a:ext cx="11880850" cy="644962"/>
      </dsp:txXfrm>
    </dsp:sp>
    <dsp:sp modelId="{AF11E62D-8C79-4341-8594-FD732C13417C}">
      <dsp:nvSpPr>
        <dsp:cNvPr id="0" name=""/>
        <dsp:cNvSpPr/>
      </dsp:nvSpPr>
      <dsp:spPr>
        <a:xfrm>
          <a:off x="594042" y="1828395"/>
          <a:ext cx="831659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47" tIns="0" rIns="3143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noProof="0" dirty="0"/>
            <a:t>Lerninhalt</a:t>
          </a:r>
        </a:p>
      </dsp:txBody>
      <dsp:txXfrm>
        <a:off x="612776" y="1847129"/>
        <a:ext cx="8279127" cy="346292"/>
      </dsp:txXfrm>
    </dsp:sp>
    <dsp:sp modelId="{59F4ACED-1926-490E-A2B3-5DC4F8C5DF93}">
      <dsp:nvSpPr>
        <dsp:cNvPr id="0" name=""/>
        <dsp:cNvSpPr/>
      </dsp:nvSpPr>
      <dsp:spPr>
        <a:xfrm>
          <a:off x="0" y="2927317"/>
          <a:ext cx="11880850" cy="644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086" tIns="270764" rIns="92208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noProof="0" dirty="0"/>
            <a:t>Webseite, die die Interaktion mit einem Lerninhalt ermöglicht</a:t>
          </a:r>
        </a:p>
      </dsp:txBody>
      <dsp:txXfrm>
        <a:off x="0" y="2927317"/>
        <a:ext cx="11880850" cy="644962"/>
      </dsp:txXfrm>
    </dsp:sp>
    <dsp:sp modelId="{C7D0D685-8366-4D0A-876D-43E845A577AB}">
      <dsp:nvSpPr>
        <dsp:cNvPr id="0" name=""/>
        <dsp:cNvSpPr/>
      </dsp:nvSpPr>
      <dsp:spPr>
        <a:xfrm>
          <a:off x="594042" y="2735437"/>
          <a:ext cx="831659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47" tIns="0" rIns="3143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noProof="0" dirty="0"/>
            <a:t>Lernmodul</a:t>
          </a:r>
        </a:p>
      </dsp:txBody>
      <dsp:txXfrm>
        <a:off x="612776" y="2754171"/>
        <a:ext cx="8279127" cy="346292"/>
      </dsp:txXfrm>
    </dsp:sp>
    <dsp:sp modelId="{C1F3A87E-F4FC-415B-AD02-A2FDB3563491}">
      <dsp:nvSpPr>
        <dsp:cNvPr id="0" name=""/>
        <dsp:cNvSpPr/>
      </dsp:nvSpPr>
      <dsp:spPr>
        <a:xfrm>
          <a:off x="0" y="3834360"/>
          <a:ext cx="11880850" cy="644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086" tIns="270764" rIns="92208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noProof="0" dirty="0"/>
            <a:t>Webseite, auf der die Lernmodule angeboten werden</a:t>
          </a:r>
        </a:p>
      </dsp:txBody>
      <dsp:txXfrm>
        <a:off x="0" y="3834360"/>
        <a:ext cx="11880850" cy="644962"/>
      </dsp:txXfrm>
    </dsp:sp>
    <dsp:sp modelId="{6D14A971-CCCB-47F0-9405-3C9547D0DE1C}">
      <dsp:nvSpPr>
        <dsp:cNvPr id="0" name=""/>
        <dsp:cNvSpPr/>
      </dsp:nvSpPr>
      <dsp:spPr>
        <a:xfrm>
          <a:off x="594042" y="3642480"/>
          <a:ext cx="831659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47" tIns="0" rIns="3143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noProof="0" dirty="0"/>
            <a:t>Lernplattform</a:t>
          </a:r>
        </a:p>
      </dsp:txBody>
      <dsp:txXfrm>
        <a:off x="612776" y="3661214"/>
        <a:ext cx="8279127" cy="346292"/>
      </dsp:txXfrm>
    </dsp:sp>
    <dsp:sp modelId="{2EED5C15-595A-4391-8386-9A1DDC4C3D41}">
      <dsp:nvSpPr>
        <dsp:cNvPr id="0" name=""/>
        <dsp:cNvSpPr/>
      </dsp:nvSpPr>
      <dsp:spPr>
        <a:xfrm>
          <a:off x="0" y="4741402"/>
          <a:ext cx="11880850" cy="644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086" tIns="270764" rIns="92208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noProof="0" dirty="0"/>
            <a:t>Beschreibung, aus der ein Lernmodul erzeugt werden soll</a:t>
          </a:r>
        </a:p>
      </dsp:txBody>
      <dsp:txXfrm>
        <a:off x="0" y="4741402"/>
        <a:ext cx="11880850" cy="644962"/>
      </dsp:txXfrm>
    </dsp:sp>
    <dsp:sp modelId="{FF8AE427-4F97-43DE-A8EF-BE9B840DE903}">
      <dsp:nvSpPr>
        <dsp:cNvPr id="0" name=""/>
        <dsp:cNvSpPr/>
      </dsp:nvSpPr>
      <dsp:spPr>
        <a:xfrm>
          <a:off x="594042" y="4549522"/>
          <a:ext cx="831659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47" tIns="0" rIns="3143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noProof="0" dirty="0"/>
            <a:t>Konfiguration</a:t>
          </a:r>
        </a:p>
      </dsp:txBody>
      <dsp:txXfrm>
        <a:off x="612776" y="4568256"/>
        <a:ext cx="8279127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7FFF6-3C60-4011-8120-B89541520C2D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3195B-D728-49CE-949C-A1D75DAC1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12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dirty="0"/>
              <a:t>Lerninhalt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Inhalt, der von einer Aufgabenstellung vermittelt werden soll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Bsp.: Wie ein bestimmtes Sortierverfahren funktioniert</a:t>
            </a:r>
          </a:p>
          <a:p>
            <a:pPr marL="0" lvl="0" indent="0">
              <a:buFontTx/>
              <a:buNone/>
            </a:pPr>
            <a:r>
              <a:rPr lang="de-DE" dirty="0"/>
              <a:t>Lernmodul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Webseite, die die Interaktion mit einem Lerninhalt ermöglicht</a:t>
            </a:r>
          </a:p>
          <a:p>
            <a:pPr lvl="0"/>
            <a:r>
              <a:rPr lang="de-DE" dirty="0"/>
              <a:t>Lernplattform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Bereits existierende Webseite, auf der die Lernmodule angeboten werden</a:t>
            </a:r>
          </a:p>
          <a:p>
            <a:pPr lvl="0"/>
            <a:r>
              <a:rPr lang="de-DE" dirty="0"/>
              <a:t>Benutzer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Person, die die Lernmodule zum eigenständigen Lernen verwendet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In der Regel: Studenten</a:t>
            </a:r>
          </a:p>
          <a:p>
            <a:pPr lvl="0"/>
            <a:r>
              <a:rPr lang="de-DE" dirty="0"/>
              <a:t>Aufgabensteller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Person, die die Lerninhalte definiert und modelliert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In der Regel: Dozenten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195B-D728-49CE-949C-A1D75DAC125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5184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6B2D0-5A09-52DD-3353-E46EB8D02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3A3127-8B44-2A11-2A41-F787108CE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1778A-4AA4-8BEB-00D5-45EE01B7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FB789-AC5C-4254-AD72-39A0EC9EF75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E8FBC-AA27-3024-E905-679A2538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05829A-F7F2-C7B6-A821-C0C03C64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29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40E40-C74C-8437-C22E-BBF1654F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69C9CA-7EF2-3039-EEE3-0B08525C8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C2D418-C252-6562-9F8E-FAB120E4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4F8B3-4D75-4C97-8F17-8B9BDEBFCDFA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CC83EB-92D3-F88F-E235-67D1A1C74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FD0E0-4C39-07EE-35DF-B0E662AE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33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7D965-770E-FACA-5B78-CD4E1FB6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8F6918-FC13-941B-A703-AB7706BC7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7DDF64-5E98-3B2D-7C4E-644690F2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30CCB-8F99-489D-821C-1B0C8D2AC3D6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01336B-F476-F643-B028-A086D2B1D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CC127-0BE7-78D9-12E0-93BDBC5B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57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7D965-770E-FACA-5B78-CD4E1FB6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8F6918-FC13-941B-A703-AB7706BC7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1260000"/>
            <a:ext cx="11880000" cy="504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7DDF64-5E98-3B2D-7C4E-644690F2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8CDC-1A43-4913-A27D-A56356063072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01336B-F476-F643-B028-A086D2B1D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CC127-0BE7-78D9-12E0-93BDBC5B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CE750288-1BE3-12B1-6EDE-9945EBDF38E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80000" y="900000"/>
            <a:ext cx="11880000" cy="360000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526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(Nebeneinan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31EE5-C7FB-1C21-B577-1716772F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ED940E-F574-CD4D-7C8C-05D8199EC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900000"/>
            <a:ext cx="5868000" cy="54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67B8B3-BE42-F0E4-FD37-8AB266E0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900000"/>
            <a:ext cx="5868000" cy="54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199504-A475-50E2-B507-42D42C5E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4D19-795E-4646-8163-8090F057985B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C2BFAC-5F1D-CD7C-2AA5-A237EA67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EF544D-BAB4-057E-59B8-6E68C7AB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12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(Übereinan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31EE5-C7FB-1C21-B577-1716772F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ED940E-F574-CD4D-7C8C-05D8199EC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900000"/>
            <a:ext cx="11880000" cy="2628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67B8B3-BE42-F0E4-FD37-8AB266E0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3672000"/>
            <a:ext cx="11880000" cy="262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199504-A475-50E2-B507-42D42C5E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82DA-99A6-415F-AED1-322935194DCA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C2BFAC-5F1D-CD7C-2AA5-A237EA67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EF544D-BAB4-057E-59B8-6E68C7AB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03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 (Nebeneinan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BB5B4A-E1F2-7C06-D249-7BB93773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5B3FB8-B259-673C-2795-825E01B76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5832000" cy="360000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4800E9-9929-CD77-1B50-CD6F87A4F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1260000"/>
            <a:ext cx="5832000" cy="504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D48C0A-937E-C45D-6648-FEB480B68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00" y="900000"/>
            <a:ext cx="5832000" cy="360000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32EFBAF-6458-4903-3E6D-CA5867478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8000" y="1260000"/>
            <a:ext cx="5832000" cy="504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5940CB-4CCF-33FF-51EC-240F542D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6200-ABEA-465A-B665-22B225053303}" type="datetime1">
              <a:rPr lang="de-DE" smtClean="0"/>
              <a:t>18.02.2026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2B51F7-2A77-E779-8AF7-A930EA31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43F3A04-A5A8-F146-EC56-8A055A27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56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(Übereinan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31EE5-C7FB-1C21-B577-1716772F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ED940E-F574-CD4D-7C8C-05D8199EC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1260000"/>
            <a:ext cx="11880000" cy="2268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67B8B3-BE42-F0E4-FD37-8AB266E0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4032000"/>
            <a:ext cx="11880000" cy="2268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199504-A475-50E2-B507-42D42C5E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0251D-9C51-4BF5-A280-18331C526AB9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C2BFAC-5F1D-CD7C-2AA5-A237EA67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EF544D-BAB4-057E-59B8-6E68C7AB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5142B49-802F-26B7-5F75-98E4FC55E9C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80000" y="900000"/>
            <a:ext cx="11880000" cy="360000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3BA59983-3563-A90B-11AC-C8AD57E5C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0000" y="3672000"/>
            <a:ext cx="11880000" cy="360000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5579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5E945-5737-3F6F-8E4F-1879638F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3EBADE-F992-6400-EC83-110E89F2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0765-22A3-4CA3-91A6-C1A534EFD848}" type="datetime1">
              <a:rPr lang="de-DE" smtClean="0"/>
              <a:t>18.02.2026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8FFEAD-F0BA-5A7F-94AD-C3C95862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07C378-0333-4586-E665-1EF8525E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0561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4467193-AC8B-1D83-FA21-65BF6AC4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8112-0D90-4011-B170-F122B652EF2D}" type="datetime1">
              <a:rPr lang="de-DE" smtClean="0"/>
              <a:t>18.02.2026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5D952D-56AB-5948-4DD5-48E1E7E1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C37934-254E-0D53-38DD-2DD89DB9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997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DF3B9-084C-6BF8-C8BC-5B43D354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31127D-4396-32F8-E1EF-7EC0D02E4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C7806B-C060-BEAC-3CC6-A845BBDBE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840A75-2F50-A13C-A7D7-9B786077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F63F-8417-4A43-82FA-A6B274B5787C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78B858-1EEE-DD29-3B67-A8A1903E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285E85-81D8-9984-DE11-5CC5EF2B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143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249E2-6D19-C91E-D8C1-D4537C45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C77DA35-661E-6690-48DF-1008C6409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921A2D-B290-FA3C-2DCF-31C1DAC6D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8E11DB-0D95-572A-483B-E1F78F3A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AD0D-1E6A-4EFE-9867-D5F77E705E83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8BA963-309E-9632-5017-623D4881F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3D5580-F737-56E6-37A0-ABB2D98C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119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19A75-E26C-A617-9CA1-E63B38EC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DCC3CC-D1FF-9CE4-E66D-01FCC2FFC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214871-392F-4423-9F8B-29655ABD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DEE08-75CA-4A99-9354-DCEB2409E397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A66947-D22F-D203-8E7D-D5898A0D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1D0669-4DA4-DCBD-6672-E8E15569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36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13326A-69FA-B8E2-97F9-A151DABDB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E976E8-1375-9E99-21FD-4E9124476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F8F91-50BF-7269-8F3B-BD62C4DA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446-D0D8-4F27-A02C-94004AC18C4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747DB-A24D-9081-9F7C-4F5B6778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DE56E7-2E8C-6403-6207-F37117EB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3831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 mit Beschriftung und Fuß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31EE5-C7FB-1C21-B577-1716772F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ED940E-F574-CD4D-7C8C-05D8199EC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1260000"/>
            <a:ext cx="118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67B8B3-BE42-F0E4-FD37-8AB266E0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5940000"/>
            <a:ext cx="11880000" cy="3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199504-A475-50E2-B507-42D42C5E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DD3F-844B-48A5-A9AC-FF9D7DAA2275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C2BFAC-5F1D-CD7C-2AA5-A237EA67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EF544D-BAB4-057E-59B8-6E68C7AB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5142B49-802F-26B7-5F75-98E4FC55E9C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80000" y="900000"/>
            <a:ext cx="11880000" cy="360000"/>
          </a:xfrm>
        </p:spPr>
        <p:txBody>
          <a:bodyPr anchor="b">
            <a:noAutofit/>
          </a:bodyPr>
          <a:lstStyle>
            <a:lvl1pPr marL="0" indent="0" algn="l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1107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 mit Fuß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31EE5-C7FB-1C21-B577-1716772F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ED940E-F574-CD4D-7C8C-05D8199EC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900000"/>
            <a:ext cx="11880000" cy="486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67B8B3-BE42-F0E4-FD37-8AB266E0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5940000"/>
            <a:ext cx="11880000" cy="3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199504-A475-50E2-B507-42D42C5E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CA45-1A46-4C5F-AB01-2519E7990D92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C2BFAC-5F1D-CD7C-2AA5-A237EA67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EF544D-BAB4-057E-59B8-6E68C7AB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923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5965777-0DEA-565C-CA1B-93C4DC98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0795E0-45E6-087C-C8AC-0EA44F5EA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11880000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D9B108-B678-3417-98C5-F25A80B7E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60000" y="6480000"/>
            <a:ext cx="45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0C4C1-9B76-429C-AEE7-48445853FCC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0B0965-4C22-D90E-62CC-1352DE4D4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0000" y="6480000"/>
            <a:ext cx="45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1589CE-C2E0-509A-85CA-3497B48D8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0" y="6480000"/>
            <a:ext cx="288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4358B-C864-4E37-81EE-BA638983953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963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2" r:id="rId4"/>
    <p:sldLayoutId id="2147483652" r:id="rId5"/>
    <p:sldLayoutId id="2147483660" r:id="rId6"/>
    <p:sldLayoutId id="2147483653" r:id="rId7"/>
    <p:sldLayoutId id="2147483661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0000" indent="-18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38AC-D02E-8FDF-9B7F-E4E61C54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9BB24-233B-C475-F1BD-748604611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de-DE" dirty="0"/>
              <a:t>– LeMoS –  Benutzerhandbuch</a:t>
            </a:r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5008B358-B4F3-FB3B-02FF-27C7B9B43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292632-736E-D9CA-3826-92D4C748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B80F2F27-03CD-4D16-AA15-39E729739DBA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0C087B-A4E3-0589-DA06-5F1463AA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3FE169-5548-6672-F46C-11A22EBD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608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DFDD0-79CA-AAF2-3A43-64E51318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3AF7E-1FDC-27B3-7B42-2DAC3AD2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Aufbau dieses Dokuments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1324C890-2C97-B7E2-96D8-BE6DEDC69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5246324"/>
              </p:ext>
            </p:extLst>
          </p:nvPr>
        </p:nvGraphicFramePr>
        <p:xfrm>
          <a:off x="179388" y="900113"/>
          <a:ext cx="11880850" cy="540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DE7269-0987-5055-025E-C2AB7DB2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F379-B2A2-4F96-A4F8-86608B63CA8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EEDEA9-5C10-9347-87B6-AF849B10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CB4393-D7D0-7557-70EF-08918DD8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58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60EC9-37E3-4B35-D82D-C7B7CA2C8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de-DE" dirty="0"/>
              <a:t>– LeMoS –</a:t>
            </a:r>
            <a:br>
              <a:rPr lang="de-DE" dirty="0"/>
            </a:br>
            <a:r>
              <a:rPr lang="de-DE" dirty="0"/>
              <a:t>Grundlagen</a:t>
            </a:r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3219FF1C-6FA3-D315-7462-D0ACB6975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E7C677-0993-6C85-99FC-322B910F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4E6C0065-BA3E-4A7B-82AA-56EC31F02CD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C7A7CE-79ED-A997-ED35-C7F0C27B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CA3E9F-82BA-67FC-E23F-789DBE49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16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6F4E5-29A4-C69A-CF69-CD57DD8BF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Kontext dieses Dokuments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0D2253-2D50-0B88-D1B7-C1963DCDB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Zur Vereinfachung der Erstellung von </a:t>
            </a:r>
            <a:r>
              <a:rPr lang="de-DE" dirty="0">
                <a:solidFill>
                  <a:srgbClr val="0070C0"/>
                </a:solidFill>
              </a:rPr>
              <a:t>Lernmodulen</a:t>
            </a:r>
            <a:r>
              <a:rPr lang="de-DE" dirty="0"/>
              <a:t>, sollen diese modelliert statt programmiert werden.</a:t>
            </a:r>
          </a:p>
          <a:p>
            <a:r>
              <a:rPr lang="de-DE" dirty="0"/>
              <a:t>Um dies zu ermöglichen wurde das Lernstoff-Modellierungs-System (</a:t>
            </a:r>
            <a:r>
              <a:rPr lang="de-DE" dirty="0">
                <a:solidFill>
                  <a:srgbClr val="0070C0"/>
                </a:solidFill>
              </a:rPr>
              <a:t>LeMoS</a:t>
            </a:r>
            <a:r>
              <a:rPr lang="de-DE" dirty="0"/>
              <a:t>) geschaffen.</a:t>
            </a:r>
          </a:p>
          <a:p>
            <a:r>
              <a:rPr lang="de-DE" dirty="0"/>
              <a:t>Lernmodule werden modelliert, indem sie als </a:t>
            </a:r>
            <a:r>
              <a:rPr lang="de-DE" dirty="0">
                <a:solidFill>
                  <a:srgbClr val="0070C0"/>
                </a:solidFill>
              </a:rPr>
              <a:t>Konfiguration</a:t>
            </a:r>
            <a:r>
              <a:rPr lang="de-DE" dirty="0"/>
              <a:t> beschrieben werden.</a:t>
            </a:r>
          </a:p>
          <a:p>
            <a:r>
              <a:rPr lang="de-DE" dirty="0"/>
              <a:t>Das LeMoS wandelt Konfigurationen in fertige webbasierte Lernmodule um.</a:t>
            </a:r>
          </a:p>
          <a:p>
            <a:r>
              <a:rPr lang="de-DE" dirty="0"/>
              <a:t>Konfigurationen werden in der </a:t>
            </a:r>
            <a:r>
              <a:rPr lang="de-DE" dirty="0">
                <a:solidFill>
                  <a:srgbClr val="0070C0"/>
                </a:solidFill>
              </a:rPr>
              <a:t>Modellierungssprache</a:t>
            </a:r>
            <a:r>
              <a:rPr lang="de-DE" dirty="0"/>
              <a:t> des LeMoS beschrieben.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Syntaktische Grundlage der Modellierungssprache ist die strukturierte Sprache YAML.</a:t>
            </a:r>
          </a:p>
          <a:p>
            <a:r>
              <a:rPr lang="de-DE" dirty="0"/>
              <a:t>Die Struktur der Modellierungssprache ist im Kapitel "Modellierungssprache" definiert.</a:t>
            </a:r>
          </a:p>
          <a:p>
            <a:r>
              <a:rPr lang="de-DE" dirty="0"/>
              <a:t>Der Ablauf eines Lernmoduls wird als </a:t>
            </a:r>
            <a:r>
              <a:rPr lang="de-DE" dirty="0">
                <a:solidFill>
                  <a:srgbClr val="0070C0"/>
                </a:solidFill>
              </a:rPr>
              <a:t>Zustandsgraph</a:t>
            </a:r>
            <a:r>
              <a:rPr lang="de-DE" dirty="0"/>
              <a:t> beschrieben.</a:t>
            </a:r>
          </a:p>
          <a:p>
            <a:r>
              <a:rPr lang="de-DE" dirty="0"/>
              <a:t>Die konfigurierbaren Aktionen, Operationen und Bedingungen sind als Zeichenketten in </a:t>
            </a:r>
            <a:br>
              <a:rPr lang="de-DE" dirty="0"/>
            </a:br>
            <a:r>
              <a:rPr lang="de-DE" dirty="0"/>
              <a:t>JavaScript-Syntax zu definieren.</a:t>
            </a:r>
          </a:p>
          <a:p>
            <a:r>
              <a:rPr lang="de-DE" dirty="0"/>
              <a:t>Zur Interaktion mit dem Lernmodul können die </a:t>
            </a:r>
            <a:r>
              <a:rPr lang="de-DE" dirty="0">
                <a:solidFill>
                  <a:srgbClr val="0070C0"/>
                </a:solidFill>
              </a:rPr>
              <a:t>Systemfunktionen</a:t>
            </a:r>
            <a:r>
              <a:rPr lang="de-DE" dirty="0"/>
              <a:t> des LeMoS genutzt werden, </a:t>
            </a:r>
            <a:br>
              <a:rPr lang="de-DE" dirty="0"/>
            </a:br>
            <a:r>
              <a:rPr lang="de-DE" dirty="0"/>
              <a:t>die im Kapitel "Systemfunktionen" definiert sind.</a:t>
            </a:r>
          </a:p>
          <a:p>
            <a:endParaRPr lang="de-DE" dirty="0"/>
          </a:p>
          <a:p>
            <a:r>
              <a:rPr lang="de-DE" dirty="0"/>
              <a:t>Zum Erzeugen/Testen eines Lernmoduls ist die Anleitung im Kapitel "Vorgehensweise" zu befolgen.</a:t>
            </a:r>
          </a:p>
          <a:p>
            <a:r>
              <a:rPr lang="de-DE" dirty="0"/>
              <a:t>Alle benötigten Dateien (inklusive der genannten Dokumente) werden vom Entwickler des LeMoS bereitgestellt.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63671A-46B1-EAC2-1830-3FE5444E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8A6B-A401-4A16-BEFA-E46ECCEA4D65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092994-D07F-74B6-E463-8679FAAF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175CCC-117A-37D6-B6DA-E09E214C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85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5CB853F-B6A9-65B5-6A9F-488936EC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Überblick der Begrifflichkeiten</a:t>
            </a:r>
          </a:p>
        </p:txBody>
      </p:sp>
      <p:graphicFrame>
        <p:nvGraphicFramePr>
          <p:cNvPr id="13" name="Inhaltsplatzhalter 12">
            <a:extLst>
              <a:ext uri="{FF2B5EF4-FFF2-40B4-BE49-F238E27FC236}">
                <a16:creationId xmlns:a16="http://schemas.microsoft.com/office/drawing/2014/main" id="{780BE2BD-F23C-D2AB-E910-84963BAD2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144429"/>
              </p:ext>
            </p:extLst>
          </p:nvPr>
        </p:nvGraphicFramePr>
        <p:xfrm>
          <a:off x="179388" y="900113"/>
          <a:ext cx="11880850" cy="540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7E322D-E23D-4056-6BE0-B00BB591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4528F-0D78-40D0-9953-63E58FE66B6C}" type="datetime1">
              <a:rPr lang="de-DE" noProof="0" smtClean="0"/>
              <a:t>18.02.2026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B9302C-63F2-F697-3608-CDF60000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LeMoS – Benutzerhandbuch</a:t>
            </a:r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646A6-3A90-906E-51FF-21479BEF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noProof="0" smtClean="0"/>
              <a:t>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12868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75853-98B2-10F2-1D8E-316969FC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5D1EF-97FF-F55F-310D-DEBFE2905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Aufbau der Zustandsgraphen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103856-D483-5952-90C9-9B11F356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11C13-CF9D-496B-84DE-1F8FDA6759AB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350E46-3032-1B69-DB05-F610E7AD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90A004-97B0-A6F4-E20C-4DCB2FC5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6</a:t>
            </a:fld>
            <a:endParaRPr lang="de-DE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B98CBA4-4B49-41E4-47A5-6863432678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297" y="900113"/>
            <a:ext cx="10135032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341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3EF9F-F7C7-BD0B-C5D0-945B80C6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Funktionsweise der Zustandsgraphen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AB0410-5BCF-8078-9362-E798DEE9C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Beschreiben den Ablauf eines Lernmoduls durch Verknüpfung mehrerer Zustände.</a:t>
            </a:r>
          </a:p>
          <a:p>
            <a:r>
              <a:rPr lang="de-DE" dirty="0"/>
              <a:t>Jeder Zustand kann Aktionen definieren, die vor seinem Eintritt ausgeführt werden.</a:t>
            </a:r>
          </a:p>
          <a:p>
            <a:r>
              <a:rPr lang="de-DE" dirty="0"/>
              <a:t>Jeder Zustand kann Übergänge zu anderen Zuständen definieren.</a:t>
            </a:r>
          </a:p>
          <a:p>
            <a:r>
              <a:rPr lang="de-DE" dirty="0"/>
              <a:t>Ausgangspunkt des Zustandsgraphen ist der genau einmal zu definierende Einstiegszustand.</a:t>
            </a:r>
          </a:p>
          <a:p>
            <a:r>
              <a:rPr lang="de-DE" dirty="0"/>
              <a:t>Endzustände werden nicht explizit definiert, der Zustandsgraph endet, sobald bei einem Zustand keine Übergänge möglich sind (entweder keine Übergänge definiert, oder keine der Bedingungen erfüllt).</a:t>
            </a:r>
          </a:p>
          <a:p>
            <a:endParaRPr lang="de-DE" dirty="0"/>
          </a:p>
          <a:p>
            <a:r>
              <a:rPr lang="de-DE" dirty="0"/>
              <a:t>Verzweigungen können keine Aktionen definieren und werden stets automatisch durchgeführt.</a:t>
            </a:r>
          </a:p>
          <a:p>
            <a:r>
              <a:rPr lang="de-DE" dirty="0"/>
              <a:t>Verzweigungen funktionieren wie normale Zustände und sind daher auch stets durch normale Zustände ersetzbar, sie dienen ausschließlich der semantischen Abgrenzung.</a:t>
            </a:r>
          </a:p>
          <a:p>
            <a:endParaRPr lang="de-DE" dirty="0"/>
          </a:p>
          <a:p>
            <a:r>
              <a:rPr lang="de-DE" dirty="0"/>
              <a:t>Zustandsübergänge können bedingt oder unbedingt sein.</a:t>
            </a:r>
          </a:p>
          <a:p>
            <a:r>
              <a:rPr lang="de-DE" dirty="0"/>
              <a:t>Pro Zustand darf maximal ein Zustand ohne Bedingung (unbedingt) sein.</a:t>
            </a:r>
          </a:p>
          <a:p>
            <a:r>
              <a:rPr lang="de-DE" dirty="0"/>
              <a:t>Es wird stets der erste Übergang durchgeführt, dessen Bedingung erfüllt ist.</a:t>
            </a:r>
          </a:p>
          <a:p>
            <a:r>
              <a:rPr lang="de-DE" dirty="0"/>
              <a:t>Unbedingte Übergänge werden stets als letztes betrachtet.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7AB9B8-05D8-7881-BA08-4EE82927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3672-3AC8-46BC-BD43-3471340B38AA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ED8C5D-960C-6D6B-CB78-3F28C23E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0582DF-E0D7-742F-E30C-E3892445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47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9A32-B496-891E-607F-16FE4B04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D8592-D5F3-25FE-BD51-E6CB3E1B2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de-DE" dirty="0"/>
              <a:t>– LeMoS –</a:t>
            </a:r>
            <a:br>
              <a:rPr lang="de-DE" dirty="0"/>
            </a:br>
            <a:r>
              <a:rPr lang="de-DE" dirty="0"/>
              <a:t>Vorgehensweise</a:t>
            </a:r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6264DE7C-B77F-B0EF-4661-56777B8BA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147E47-1C64-3D5F-B75C-219AD67C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4C19617D-5C68-44A9-8AE6-9283F1B412FB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E01BBB-8C5D-E229-DAE7-EB58DFAE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C78246-A526-7B78-4300-5C73D562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165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508B0-5295-7208-AD31-F52BF5B8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1. Konzeptionieren des Lernmoduls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4640A7-8DA0-0DCF-5B6A-80753C305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/>
              <a:t>Lernmodulersteller erstellt Konzept für Lernmodul:</a:t>
            </a:r>
          </a:p>
          <a:p>
            <a:pPr lvl="0"/>
            <a:r>
              <a:rPr lang="de-DE" dirty="0"/>
              <a:t>Was soll vom Lernmodul vermittelt werden?</a:t>
            </a:r>
          </a:p>
          <a:p>
            <a:pPr lvl="0"/>
            <a:r>
              <a:rPr lang="de-DE" dirty="0"/>
              <a:t>Welche Werte sollen im Lernmodul eingegeben und ausgegeben werden?</a:t>
            </a:r>
          </a:p>
          <a:p>
            <a:pPr lvl="0"/>
            <a:r>
              <a:rPr lang="de-DE" dirty="0"/>
              <a:t>Wie soll das Lernmodul zu dem gewünschten Ergebnis kommen (als Zustandsgraph)?</a:t>
            </a:r>
          </a:p>
          <a:p>
            <a:pPr lvl="0"/>
            <a:r>
              <a:rPr lang="de-DE" dirty="0"/>
              <a:t>Welche exemplarischen Eingabemengen sollten vom Lernmodul bereitgestellt werden?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E9D0DA-054F-2B9C-FC1D-A0BED0EB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E4C73-61FF-4A5A-A558-97000D98E00C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076FB-3242-B2CF-5836-2A907BC3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CFDF25-B3A5-E5B5-AA36-370A15B1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156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BDA9-2ACB-9F72-4B7D-18AB388D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81E79-1BFD-8158-4632-26DA2719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de-DE" dirty="0"/>
              <a:t>2. Modellieren des Lernmoduls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90579F-B339-6801-AE26-12CBCB216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/>
              <a:t>Lernmodulersteller überträgt Konzept in Modellierungssprache:</a:t>
            </a:r>
          </a:p>
          <a:p>
            <a:r>
              <a:rPr lang="de-DE" dirty="0"/>
              <a:t>Syntaktische Grundlage der Modellierungssprache: YAML</a:t>
            </a:r>
          </a:p>
          <a:p>
            <a:pPr lvl="0"/>
            <a:r>
              <a:rPr lang="de-DE" dirty="0"/>
              <a:t>Dokumentation der Struktur der Modellierungssprache in Kapitel "Modellierungssprache"</a:t>
            </a:r>
          </a:p>
          <a:p>
            <a:pPr lvl="0"/>
            <a:r>
              <a:rPr lang="de-DE" dirty="0"/>
              <a:t>Dokumentation der vom LeMoS bereitgestellten Funktionen in Kapitel "Systemfunktionen"</a:t>
            </a:r>
          </a:p>
          <a:p>
            <a:pPr lvl="0"/>
            <a:r>
              <a:rPr lang="de-DE" dirty="0"/>
              <a:t>Beispiel aus Kapitel "Erste Schritte" einsehbar in Ordner "Beispielmodul"</a:t>
            </a:r>
          </a:p>
          <a:p>
            <a:pPr lvl="0"/>
            <a:r>
              <a:rPr lang="de-DE" dirty="0"/>
              <a:t>Unterstützung durch Verwendung der Schemata möglich:</a:t>
            </a:r>
          </a:p>
          <a:p>
            <a:pPr lvl="1"/>
            <a:r>
              <a:rPr lang="de-DE" dirty="0"/>
              <a:t>Schema "LeMoS-Modul-</a:t>
            </a:r>
            <a:r>
              <a:rPr lang="de-DE" dirty="0" err="1"/>
              <a:t>Schema.json</a:t>
            </a:r>
            <a:r>
              <a:rPr lang="de-DE" dirty="0"/>
              <a:t>" für die Konfiguration des Lernmodul</a:t>
            </a:r>
          </a:p>
          <a:p>
            <a:pPr lvl="1"/>
            <a:r>
              <a:rPr lang="de-DE" dirty="0"/>
              <a:t>Schema "LeMoS-Szenario-</a:t>
            </a:r>
            <a:r>
              <a:rPr lang="de-DE" dirty="0" err="1"/>
              <a:t>Schema.json</a:t>
            </a:r>
            <a:r>
              <a:rPr lang="de-DE" dirty="0"/>
              <a:t>" für die Konfiguration der Lernmodul-Szenarien</a:t>
            </a:r>
          </a:p>
          <a:p>
            <a:pPr lvl="1"/>
            <a:r>
              <a:rPr lang="de-DE" dirty="0"/>
              <a:t>Nähere Erläuterungen dazu in Kapitel "Erste Schritte"</a:t>
            </a:r>
          </a:p>
          <a:p>
            <a:pPr lvl="1"/>
            <a:r>
              <a:rPr lang="de-DE" dirty="0"/>
              <a:t>Hinweis: das LeMoS validiert nicht gegen diese Schemata, daraus ergibt sich folgendes:</a:t>
            </a:r>
          </a:p>
          <a:p>
            <a:pPr lvl="2"/>
            <a:r>
              <a:rPr lang="de-DE" dirty="0"/>
              <a:t>Sollte ein Fehler im Schema vorliegen, sodass etwas fälschlicherweise als inkorrekt klassifiziert wird, kann das LeMoS die Konfiguration ggf. dennoch verarbeiten</a:t>
            </a:r>
          </a:p>
          <a:p>
            <a:pPr lvl="2"/>
            <a:r>
              <a:rPr lang="de-DE" dirty="0"/>
              <a:t>Das LeMoS kann auch Fehler erkennen, die das Schema nicht erkennt, etwa wenn es nicht genau einen ENTRY-State gibt, es ist daher ratsam auch die Ausgabe des LeMoS zu betrachten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D82EDE-654A-C746-5922-FF06141A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4CA4-A395-46A3-BF97-7C83A45228E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24CFA6-A476-DFED-29BF-B89ED140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BEEF-6C9A-F68A-FFDA-CF1B1D67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921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F7D3-11F2-669D-2C77-15A88900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85949-75DA-A58D-889C-3FA09450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de-DE" dirty="0"/>
              <a:t>3. Generieren des Lernmoduls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9B94B6-BF8B-6D4F-ED0A-6BFBF0676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/>
              <a:t>Lernmodulersteller nutzt LeMoS, um Konfiguration in fertiges Lernmodul umzuwandeln:</a:t>
            </a:r>
          </a:p>
          <a:p>
            <a:r>
              <a:rPr lang="de-DE" dirty="0"/>
              <a:t>Vorbedingungen:</a:t>
            </a:r>
          </a:p>
          <a:p>
            <a:pPr lvl="1"/>
            <a:r>
              <a:rPr lang="de-DE" dirty="0"/>
              <a:t>Java JDK21 ist installiert und unter der Pfad-Variable "</a:t>
            </a:r>
            <a:r>
              <a:rPr lang="de-DE" dirty="0" err="1"/>
              <a:t>java</a:t>
            </a:r>
            <a:r>
              <a:rPr lang="de-DE" dirty="0"/>
              <a:t>" erreichbar</a:t>
            </a:r>
          </a:p>
          <a:p>
            <a:pPr lvl="1"/>
            <a:r>
              <a:rPr lang="de-DE" dirty="0"/>
              <a:t>Die vom Softwareentwickler gelieferten Dateien liegen entpackt im Dateisystem vor</a:t>
            </a:r>
          </a:p>
          <a:p>
            <a:r>
              <a:rPr lang="de-DE" dirty="0"/>
              <a:t>Ausführen des zugehörigen Skripts an beliebiger Stelle:</a:t>
            </a:r>
          </a:p>
          <a:p>
            <a:pPr lvl="1"/>
            <a:r>
              <a:rPr lang="de-DE" dirty="0"/>
              <a:t>Unter Linux: "run-lemos.sh"</a:t>
            </a:r>
          </a:p>
          <a:p>
            <a:pPr lvl="1"/>
            <a:r>
              <a:rPr lang="de-DE" dirty="0"/>
              <a:t>Unter Windows: "run-lemos.bat"</a:t>
            </a:r>
          </a:p>
          <a:p>
            <a:r>
              <a:rPr lang="de-DE" dirty="0"/>
              <a:t>Parameter beim Aufruf des Skripts: absoluter oder relativer Pfad der Lernmodulkonfiguration</a:t>
            </a:r>
            <a:br>
              <a:rPr lang="de-DE" dirty="0"/>
            </a:br>
            <a:r>
              <a:rPr lang="de-DE" dirty="0"/>
              <a:t>(Angabe mehrerer Lernmodulkonfigurationen möglich)</a:t>
            </a:r>
          </a:p>
          <a:p>
            <a:r>
              <a:rPr lang="de-DE" dirty="0"/>
              <a:t>Ergebnis des Skripts: ZIP-Archiv mit dem Namen der Lernmodulkonfiguration, abgelegt am Ausführungsort des Skripts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8E8AF0-3317-8108-D8B7-7316A47D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8181-4B91-4BD6-963E-8D5F6D13D280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856FD7-0EF4-F347-FDB1-D3F8AB95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7D4BF1-ADA1-ACCD-7FAD-FEE2761F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878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FE3C-30F3-6E9B-CF45-930C10FA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B32523-D7D6-B155-2FCE-1CA19E36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de-DE" dirty="0"/>
              <a:t>3. Generieren des Lernmoduls – 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E8478B-522F-025C-92AC-4E48F194D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Ordnerstruktur (exemplarisch):</a:t>
            </a:r>
          </a:p>
          <a:p>
            <a:r>
              <a:rPr lang="de-DE" dirty="0"/>
              <a:t>Überordner</a:t>
            </a:r>
          </a:p>
          <a:p>
            <a:pPr lvl="1"/>
            <a:r>
              <a:rPr lang="de-DE" dirty="0"/>
              <a:t>LeMoS</a:t>
            </a:r>
          </a:p>
          <a:p>
            <a:pPr lvl="2"/>
            <a:r>
              <a:rPr lang="de-DE" dirty="0" err="1"/>
              <a:t>lemos</a:t>
            </a:r>
            <a:r>
              <a:rPr lang="de-DE" dirty="0"/>
              <a:t>-&lt;</a:t>
            </a:r>
            <a:r>
              <a:rPr lang="de-DE" dirty="0" err="1"/>
              <a:t>version</a:t>
            </a:r>
            <a:r>
              <a:rPr lang="de-DE" dirty="0"/>
              <a:t>&gt;.</a:t>
            </a:r>
            <a:r>
              <a:rPr lang="de-DE" dirty="0" err="1"/>
              <a:t>jar</a:t>
            </a:r>
            <a:r>
              <a:rPr lang="de-DE" dirty="0"/>
              <a:t> (z.B. lemos-1.0.0.jar)	// Vom Softwareentwickler des LeMoS bereitzustellen</a:t>
            </a:r>
          </a:p>
          <a:p>
            <a:pPr lvl="2"/>
            <a:r>
              <a:rPr lang="de-DE" dirty="0"/>
              <a:t>run-lemos.sh				// Vom Softwareentwickler des LeMoS bereitzustellen</a:t>
            </a:r>
          </a:p>
          <a:p>
            <a:pPr lvl="2"/>
            <a:r>
              <a:rPr lang="de-DE" dirty="0"/>
              <a:t>run-lemos.bat				// Vom Softwareentwickler des LeMoS bereitzustellen</a:t>
            </a:r>
          </a:p>
          <a:p>
            <a:pPr lvl="1"/>
            <a:r>
              <a:rPr lang="de-DE" dirty="0"/>
              <a:t>Konfigurationen</a:t>
            </a:r>
          </a:p>
          <a:p>
            <a:pPr lvl="2"/>
            <a:r>
              <a:rPr lang="de-DE" dirty="0"/>
              <a:t>Benutzerhandbuch.pdf			// Vom Softwareentwickler des LeMoS bereitzustellen</a:t>
            </a:r>
          </a:p>
          <a:p>
            <a:pPr lvl="2"/>
            <a:r>
              <a:rPr lang="de-DE" dirty="0"/>
              <a:t>LeMoS-Modul-</a:t>
            </a:r>
            <a:r>
              <a:rPr lang="de-DE" dirty="0" err="1"/>
              <a:t>Schema.json</a:t>
            </a:r>
            <a:r>
              <a:rPr lang="de-DE" dirty="0"/>
              <a:t>			// Vom Softwareentwickler des LeMoS bereitzustellen</a:t>
            </a:r>
          </a:p>
          <a:p>
            <a:pPr lvl="2"/>
            <a:r>
              <a:rPr lang="de-DE" dirty="0"/>
              <a:t>LeMoS-Szenario-</a:t>
            </a:r>
            <a:r>
              <a:rPr lang="de-DE" dirty="0" err="1"/>
              <a:t>Schema.json</a:t>
            </a:r>
            <a:r>
              <a:rPr lang="de-DE" dirty="0"/>
              <a:t>			// Vom Softwareentwickler des LeMoS bereitzustellen</a:t>
            </a:r>
          </a:p>
          <a:p>
            <a:pPr lvl="2"/>
            <a:r>
              <a:rPr lang="de-DE" dirty="0"/>
              <a:t>Beispielmodul</a:t>
            </a:r>
          </a:p>
          <a:p>
            <a:pPr lvl="3"/>
            <a:r>
              <a:rPr lang="de-DE" dirty="0" err="1"/>
              <a:t>Subtraktion.yaml</a:t>
            </a:r>
            <a:endParaRPr lang="de-DE" dirty="0"/>
          </a:p>
          <a:p>
            <a:pPr lvl="3"/>
            <a:r>
              <a:rPr lang="de-DE" dirty="0" err="1"/>
              <a:t>scenarios</a:t>
            </a:r>
            <a:r>
              <a:rPr lang="de-DE" dirty="0"/>
              <a:t> (Optional)</a:t>
            </a:r>
          </a:p>
          <a:p>
            <a:pPr lvl="4"/>
            <a:r>
              <a:rPr lang="de-DE" dirty="0"/>
              <a:t>Subtraktion-S1.yaml</a:t>
            </a:r>
          </a:p>
          <a:p>
            <a:pPr lvl="4"/>
            <a:r>
              <a:rPr lang="de-DE" dirty="0"/>
              <a:t>...</a:t>
            </a:r>
          </a:p>
          <a:p>
            <a:pPr lvl="3"/>
            <a:r>
              <a:rPr lang="de-DE" dirty="0" err="1"/>
              <a:t>resources</a:t>
            </a:r>
            <a:r>
              <a:rPr lang="de-DE" dirty="0"/>
              <a:t> (Optional)</a:t>
            </a:r>
          </a:p>
          <a:p>
            <a:pPr lvl="4"/>
            <a:r>
              <a:rPr lang="de-DE" dirty="0"/>
              <a:t>...</a:t>
            </a:r>
          </a:p>
          <a:p>
            <a:pPr lvl="2"/>
            <a:r>
              <a:rPr lang="de-DE" dirty="0"/>
              <a:t>...</a:t>
            </a:r>
          </a:p>
          <a:p>
            <a:pPr lvl="1"/>
            <a:r>
              <a:rPr lang="de-DE" dirty="0"/>
              <a:t>Zielordner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Aufruf des Skripts im Zielordner: </a:t>
            </a:r>
            <a:r>
              <a:rPr lang="de-DE" sz="1800" i="1" dirty="0"/>
              <a:t>../LeMoS/run-lemos.sh ../Konfigurationen/</a:t>
            </a:r>
            <a:r>
              <a:rPr lang="de-DE" sz="1800" i="1" dirty="0" err="1"/>
              <a:t>Modul_Subtraktion</a:t>
            </a:r>
            <a:r>
              <a:rPr lang="de-DE" sz="1800" i="1" dirty="0"/>
              <a:t>/</a:t>
            </a:r>
            <a:r>
              <a:rPr lang="de-DE" sz="1800" i="1" dirty="0" err="1"/>
              <a:t>Subtraktion.yaml</a:t>
            </a:r>
            <a:endParaRPr lang="de-DE" sz="1800" i="1" dirty="0"/>
          </a:p>
          <a:p>
            <a:r>
              <a:rPr lang="de-DE" sz="1800" dirty="0"/>
              <a:t>Ergebnis im Zielordner: </a:t>
            </a:r>
            <a:r>
              <a:rPr lang="de-DE" sz="1800" i="1" dirty="0"/>
              <a:t>Subtraktion.zip</a:t>
            </a:r>
            <a:endParaRPr lang="de-DE" sz="1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F088CC-A74B-DAE0-74C9-B251D161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BE6BA-154F-4E47-91D0-8C2FB37AAB0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E7800C-96B2-9865-867B-0DBDD562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89D0A8-FFA3-BD57-E011-6D885204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622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2218-649C-17BD-DF28-071653E5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E59E7-AE52-D63D-5924-378B28D0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de-DE" dirty="0"/>
              <a:t>4. Bereitstellen des Lernmoduls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F63DFA-6CA0-1712-C7B0-828014DFF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de-DE" dirty="0"/>
              <a:t>Lernmodulersteller testet erzeugtes Lernmodul und lässt es bereitstellen:</a:t>
            </a:r>
          </a:p>
          <a:p>
            <a:r>
              <a:rPr lang="de-DE" dirty="0"/>
              <a:t>Vorbedingungen:</a:t>
            </a:r>
          </a:p>
          <a:p>
            <a:pPr lvl="1"/>
            <a:r>
              <a:rPr lang="de-DE" dirty="0"/>
              <a:t>Der Browser muss zum Ausführen des Lernmoduls mindestens die </a:t>
            </a:r>
            <a:r>
              <a:rPr lang="de-DE" dirty="0" err="1"/>
              <a:t>ECMAScript</a:t>
            </a:r>
            <a:r>
              <a:rPr lang="de-DE" dirty="0"/>
              <a:t>-Version es2022 unterstützen</a:t>
            </a:r>
          </a:p>
          <a:p>
            <a:pPr lvl="1"/>
            <a:r>
              <a:rPr lang="de-DE" dirty="0"/>
              <a:t>Falls der Browser 'Mozilla Firefox' verwendet wird, darf dieser nicht via Snap installiert sein, da hier der Funktionsumfang ungenügend ist</a:t>
            </a:r>
          </a:p>
          <a:p>
            <a:r>
              <a:rPr lang="de-DE" dirty="0"/>
              <a:t>Testen des Lernmoduls in einer der folgenden Varianten (direktes öffnen im Browser ist nicht möglich):</a:t>
            </a:r>
          </a:p>
          <a:p>
            <a:pPr lvl="1"/>
            <a:r>
              <a:rPr lang="de-DE" dirty="0"/>
              <a:t>Via Apache:</a:t>
            </a:r>
          </a:p>
          <a:p>
            <a:pPr lvl="2"/>
            <a:r>
              <a:rPr lang="de-DE" dirty="0"/>
              <a:t>Verschieben der entpackten ZIP-Datei an den gewünschten </a:t>
            </a:r>
            <a:r>
              <a:rPr lang="de-DE" dirty="0" err="1"/>
              <a:t>Document</a:t>
            </a:r>
            <a:r>
              <a:rPr lang="de-DE" dirty="0"/>
              <a:t>-Root</a:t>
            </a:r>
          </a:p>
          <a:p>
            <a:pPr lvl="2"/>
            <a:r>
              <a:rPr lang="de-DE" dirty="0"/>
              <a:t>Apache entsprechend des </a:t>
            </a:r>
            <a:r>
              <a:rPr lang="de-DE" dirty="0" err="1"/>
              <a:t>Document</a:t>
            </a:r>
            <a:r>
              <a:rPr lang="de-DE" dirty="0"/>
              <a:t>-Root konfigurieren</a:t>
            </a:r>
          </a:p>
          <a:p>
            <a:pPr lvl="1"/>
            <a:r>
              <a:rPr lang="de-DE" dirty="0"/>
              <a:t>Via </a:t>
            </a:r>
            <a:r>
              <a:rPr lang="de-DE" dirty="0" err="1"/>
              <a:t>Tomcat</a:t>
            </a:r>
            <a:r>
              <a:rPr lang="de-DE" dirty="0"/>
              <a:t>: </a:t>
            </a:r>
          </a:p>
          <a:p>
            <a:pPr lvl="2"/>
            <a:r>
              <a:rPr lang="de-DE" dirty="0"/>
              <a:t>Verschieben der entpackten ZIP-Datei in den webapps-Ordner von </a:t>
            </a:r>
            <a:r>
              <a:rPr lang="de-DE" dirty="0" err="1"/>
              <a:t>Tomcat</a:t>
            </a:r>
            <a:endParaRPr lang="de-DE" dirty="0"/>
          </a:p>
          <a:p>
            <a:pPr lvl="2"/>
            <a:r>
              <a:rPr lang="de-DE" dirty="0"/>
              <a:t>Alternativ: Umbenennen der ZIP-Datei zu einer WAR-Datei und verschieben in den webapps-Ordner von </a:t>
            </a:r>
            <a:r>
              <a:rPr lang="de-DE" dirty="0" err="1"/>
              <a:t>Tomcat</a:t>
            </a:r>
            <a:endParaRPr lang="de-DE" dirty="0"/>
          </a:p>
          <a:p>
            <a:pPr lvl="2"/>
            <a:r>
              <a:rPr lang="de-DE" dirty="0"/>
              <a:t>URL des Lernmoduls: &lt;Webserver-URL&gt;/&lt;Lernmodul-Dateiname&gt; --&gt; Beispiel:</a:t>
            </a:r>
          </a:p>
          <a:p>
            <a:pPr lvl="3"/>
            <a:r>
              <a:rPr lang="de-DE" dirty="0"/>
              <a:t>URL des Webservers: </a:t>
            </a:r>
            <a:r>
              <a:rPr lang="de-DE" i="1" dirty="0"/>
              <a:t>http://localhost:8080</a:t>
            </a:r>
          </a:p>
          <a:p>
            <a:pPr lvl="3"/>
            <a:r>
              <a:rPr lang="de-DE" dirty="0"/>
              <a:t>Name des entpackten Ordners bzw. der Verknüpfung im webapps-Ordner: </a:t>
            </a:r>
            <a:r>
              <a:rPr lang="de-DE" i="1" dirty="0"/>
              <a:t>Subtraktion</a:t>
            </a:r>
            <a:endParaRPr lang="de-DE" dirty="0"/>
          </a:p>
          <a:p>
            <a:pPr lvl="3"/>
            <a:r>
              <a:rPr lang="de-DE" dirty="0"/>
              <a:t>URL des Lernmoduls: </a:t>
            </a:r>
            <a:r>
              <a:rPr lang="de-DE" i="1" dirty="0"/>
              <a:t>http://localhost:8080/Subtraktion</a:t>
            </a:r>
          </a:p>
          <a:p>
            <a:pPr lvl="1"/>
            <a:r>
              <a:rPr lang="de-DE" dirty="0"/>
              <a:t>Via </a:t>
            </a:r>
            <a:r>
              <a:rPr lang="de-DE" dirty="0" err="1"/>
              <a:t>Tomcat</a:t>
            </a:r>
            <a:r>
              <a:rPr lang="de-DE" dirty="0"/>
              <a:t> GUI: </a:t>
            </a:r>
          </a:p>
          <a:p>
            <a:pPr lvl="2"/>
            <a:r>
              <a:rPr lang="de-DE" dirty="0"/>
              <a:t>Öffnen der Seite http://localhost:8080/manager in einem Webbrowser</a:t>
            </a:r>
          </a:p>
          <a:p>
            <a:pPr lvl="2"/>
            <a:r>
              <a:rPr lang="de-DE" dirty="0"/>
              <a:t>Unter "Lokale WAR Datei zur Installation hochladen" auf "Durchsuchen" klicken und ZIP-Datei auswählen</a:t>
            </a:r>
          </a:p>
          <a:p>
            <a:pPr lvl="2"/>
            <a:r>
              <a:rPr lang="de-DE" dirty="0"/>
              <a:t>Unter "Lokale WAR Datei zur Installation hochladen" auf "Installieren" klicken</a:t>
            </a:r>
          </a:p>
          <a:p>
            <a:pPr lvl="2"/>
            <a:r>
              <a:rPr lang="de-DE" dirty="0"/>
              <a:t>Unter "Anwendungen" auf Kontext-Pfad (entspricht /&lt;Lernmodul-Dateiname&gt;) des Lernmoduls klicken --&gt; Beispiel:</a:t>
            </a:r>
          </a:p>
          <a:p>
            <a:pPr lvl="3"/>
            <a:r>
              <a:rPr lang="de-DE" dirty="0"/>
              <a:t>Name der ZIP-Datei: </a:t>
            </a:r>
            <a:r>
              <a:rPr lang="de-DE" i="1" dirty="0"/>
              <a:t>Subtraktion.zip</a:t>
            </a:r>
          </a:p>
          <a:p>
            <a:pPr lvl="3"/>
            <a:r>
              <a:rPr lang="de-DE" dirty="0"/>
              <a:t>Kontext-Pfad des Lernmoduls: </a:t>
            </a:r>
            <a:r>
              <a:rPr lang="de-DE" i="1" dirty="0"/>
              <a:t>/Subtraktion</a:t>
            </a:r>
            <a:endParaRPr lang="de-DE" dirty="0"/>
          </a:p>
          <a:p>
            <a:r>
              <a:rPr lang="de-DE" dirty="0"/>
              <a:t>Bereitstellung: Weiterleiten des generierten ZIP-Archivs an den Verwalter der Lernplattform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7302A6-B00F-E9AD-67FA-80AC3C48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0596-091C-404D-BBC1-D7C4816E70D3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BCC911-FB57-2979-D7B5-CA57987A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7D27BC-9569-7CF7-B720-12A4600D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03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8874D-10D5-ECA7-4166-03CE3B0F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F75853-4B8E-EB45-842B-817F9B406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de-DE" dirty="0"/>
              <a:t>– LeMoS –</a:t>
            </a:r>
            <a:br>
              <a:rPr lang="de-DE" dirty="0"/>
            </a:br>
            <a:r>
              <a:rPr lang="de-DE" dirty="0"/>
              <a:t>Erste Schritte</a:t>
            </a:r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91EAD45B-ED35-6D79-DBF3-E712E4AD34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216153-D8E6-534B-47D7-4C847A93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A9666EA9-22AA-4D50-A391-0A6D469B910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A049B5-63CA-3766-CCEF-93FC4F28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84F642-290B-06C6-6FC6-DED60F3B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773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D03B-CED3-2E5B-AD3F-787BE7B3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B840CE-F84F-0F4A-1F32-654CBC66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Schritte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D48D36-7287-3C22-45D0-C9DB7509C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Vorüberlegungen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6ADF0A-119E-59EE-DD25-DBF71377B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4972-E136-4752-A32B-4D69A9D03F4C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D1E39-ECDB-3B62-3526-2CC4A6CF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0DD0B7-1E2C-92DC-283A-251D347F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180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B4643BC-6873-AB24-A21B-AC75DD3D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Lerninhalt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302D222-DE03-63CA-CB47-9D57D726A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Konzept der Subtraktion (Minuend minus Subtrahend ergibt die Differenz)</a:t>
            </a:r>
          </a:p>
          <a:p>
            <a:r>
              <a:rPr lang="de-DE" dirty="0"/>
              <a:t>Gegeben (vom Benutzer einzugeben) sind somit folgende Werte:</a:t>
            </a:r>
          </a:p>
          <a:p>
            <a:pPr lvl="1"/>
            <a:r>
              <a:rPr lang="de-DE" dirty="0"/>
              <a:t>Minuend (M), beispielsweise 7</a:t>
            </a:r>
          </a:p>
          <a:p>
            <a:pPr lvl="1"/>
            <a:r>
              <a:rPr lang="de-DE" dirty="0"/>
              <a:t>Subtrahend (S), beispielsweise 5</a:t>
            </a:r>
          </a:p>
          <a:p>
            <a:r>
              <a:rPr lang="de-DE" dirty="0"/>
              <a:t>Gesucht (vom Lernmodul zu berechnen) ist somit folgender Wert:</a:t>
            </a:r>
          </a:p>
          <a:p>
            <a:pPr lvl="1"/>
            <a:r>
              <a:rPr lang="de-DE" dirty="0"/>
              <a:t>Differenz (D), im Beispiel: 2</a:t>
            </a:r>
          </a:p>
          <a:p>
            <a:r>
              <a:rPr lang="de-DE" dirty="0"/>
              <a:t>Mögliche Abläufe des Lernmoduls</a:t>
            </a:r>
          </a:p>
          <a:p>
            <a:pPr lvl="1"/>
            <a:r>
              <a:rPr lang="de-DE" dirty="0"/>
              <a:t>Variante 1: Berechnung in einem Schritt ohne weitere Bedingungen:</a:t>
            </a:r>
          </a:p>
          <a:p>
            <a:pPr marL="1062900" lvl="2" indent="-342900">
              <a:buFont typeface="+mj-lt"/>
              <a:buAutoNum type="arabicPeriod"/>
            </a:pPr>
            <a:r>
              <a:rPr lang="de-DE" dirty="0"/>
              <a:t>Abziehen des Subtrahenden vom Minuenden, um Differenz zu erhalten</a:t>
            </a:r>
          </a:p>
          <a:p>
            <a:pPr lvl="1"/>
            <a:r>
              <a:rPr lang="de-DE" dirty="0"/>
              <a:t>Variante 2: Minuend muss größer als der Subtrahend sein:</a:t>
            </a:r>
          </a:p>
          <a:p>
            <a:pPr marL="1062900" lvl="2" indent="-342900">
              <a:buFont typeface="+mj-lt"/>
              <a:buAutoNum type="arabicPeriod"/>
            </a:pPr>
            <a:r>
              <a:rPr lang="de-DE" dirty="0"/>
              <a:t>Wenn Minuend größer als Subtrahend: Differenz = Minuend – Subtrahend</a:t>
            </a:r>
          </a:p>
          <a:p>
            <a:pPr marL="1062900" lvl="2" indent="-342900">
              <a:buFont typeface="+mj-lt"/>
              <a:buAutoNum type="arabicPeriod"/>
            </a:pPr>
            <a:r>
              <a:rPr lang="de-DE" dirty="0"/>
              <a:t>Ansonsten: mache nichts</a:t>
            </a:r>
          </a:p>
          <a:p>
            <a:pPr lvl="1"/>
            <a:r>
              <a:rPr lang="de-DE" dirty="0"/>
              <a:t>Variante 3: Es wird stets der kleinere vom größeren Wert abgezogen (Betrag der Differenz):</a:t>
            </a:r>
          </a:p>
          <a:p>
            <a:pPr marL="1062900" lvl="2" indent="-342900">
              <a:buFont typeface="+mj-lt"/>
              <a:buAutoNum type="arabicPeriod"/>
            </a:pPr>
            <a:r>
              <a:rPr lang="de-DE" dirty="0"/>
              <a:t>Wenn Minuend größer als Subtrahend: Differenz = Minuend – Subtrahend</a:t>
            </a:r>
          </a:p>
          <a:p>
            <a:pPr marL="1062900" lvl="2" indent="-342900">
              <a:buFont typeface="+mj-lt"/>
              <a:buAutoNum type="arabicPeriod"/>
            </a:pPr>
            <a:r>
              <a:rPr lang="de-DE" dirty="0"/>
              <a:t>Ansonsten: Differenz = Subtrahend - Minuend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AD59C6-1229-37E6-4A02-169330F7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3726-C00D-4770-948E-D76C2ADCC0D6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FA05F3-FB16-1CAD-6DDA-9285E4D9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B7362E-9615-10D0-4ED0-D937B092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16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32806B3-C7EF-5642-EAE3-F76717251E7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Was soll das neue Lernmodul vermitteln?</a:t>
            </a:r>
          </a:p>
        </p:txBody>
      </p:sp>
    </p:spTree>
    <p:extLst>
      <p:ext uri="{BB962C8B-B14F-4D97-AF65-F5344CB8AC3E}">
        <p14:creationId xmlns:p14="http://schemas.microsoft.com/office/powerpoint/2010/main" val="1277458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2884D-862E-282E-A4DB-89471EAE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Bedienoberfläche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30899D7-F857-609A-4E65-F2E4BFBB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11880000" cy="360000"/>
          </a:xfrm>
        </p:spPr>
        <p:txBody>
          <a:bodyPr/>
          <a:lstStyle/>
          <a:p>
            <a:r>
              <a:rPr lang="de-DE" dirty="0"/>
              <a:t>Welche Felder werden zur Interaktion mit dem Lernmodul benötigt?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5A640F8-5830-0C34-D2AF-7B3581B2D4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Benutzer muss die beiden Ausgangswerte (Minuend und Subtrahend) eingeben können, daher wird für beide ein Eingabefeld benötigt.</a:t>
            </a:r>
          </a:p>
          <a:p>
            <a:r>
              <a:rPr lang="de-DE" dirty="0"/>
              <a:t>Benutzer soll das Ergebnis des Lernmoduls (Differenz) in weiterem Feld erhalten.</a:t>
            </a:r>
          </a:p>
          <a:p>
            <a:r>
              <a:rPr lang="de-DE" dirty="0"/>
              <a:t>Anordnung: die beiden Eingabefelder sollen nebeneinander, das Ausgabefeld darunter positioniert sein.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9623E7FF-1720-58A0-A350-8B5A54A74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00" y="4856196"/>
            <a:ext cx="5832000" cy="720000"/>
          </a:xfrm>
        </p:spPr>
        <p:txBody>
          <a:bodyPr/>
          <a:lstStyle/>
          <a:p>
            <a:pPr algn="ctr"/>
            <a:r>
              <a:rPr lang="de-DE" b="0" dirty="0"/>
              <a:t>Schematische Darstellung der Bedienoberfläche</a:t>
            </a:r>
            <a:br>
              <a:rPr lang="de-DE" b="0" dirty="0"/>
            </a:br>
            <a:r>
              <a:rPr lang="de-DE" b="0" dirty="0"/>
              <a:t>(grün: Eingabefelder; blau: Ausgabefeld)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6D18DF-8A0A-9AE6-18E9-171EE66D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06BA-35C2-43EE-8EED-D97DA4D3341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9D48DF-CDC7-B594-0261-032B30E2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06E0BF-8156-1A49-A623-04C67CF9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17</a:t>
            </a:fld>
            <a:endParaRPr lang="de-D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25E0EA9-4C83-2452-ACDF-92CA1E3A5F01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586158"/>
            <a:ext cx="5832475" cy="238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029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65D6-BA0E-52DE-5867-CAA7AE72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C529E-A7D8-FEC1-71CB-19CFD560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Zustandsgraph (Variante 1)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603602-4B2A-200C-E409-84F3775CD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11880000" cy="360000"/>
          </a:xfrm>
        </p:spPr>
        <p:txBody>
          <a:bodyPr/>
          <a:lstStyle/>
          <a:p>
            <a:r>
              <a:rPr lang="de-DE" dirty="0"/>
              <a:t>Wie kann der Ablauf des Lernmodul als Zustandsgraph beschrieben werden?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3311233-1871-133C-5D7E-2F3A705597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Der Ablauf der ersten Variante sieht nur einen Schritt (Berechnung der Differenz) vor.</a:t>
            </a:r>
          </a:p>
          <a:p>
            <a:r>
              <a:rPr lang="de-DE" dirty="0"/>
              <a:t>Neben dem initialen Zustand des Lernmoduls (Einstiegszustand Z0) gibt es somit nur noch den zur Berechnung (Z1)</a:t>
            </a:r>
          </a:p>
          <a:p>
            <a:r>
              <a:rPr lang="de-DE" dirty="0"/>
              <a:t>Letzterer Zustands soll dafür die Operation  Differenz (D) = Minuend (M) - Subtrahend (S) durchführen.</a:t>
            </a:r>
          </a:p>
          <a:p>
            <a:r>
              <a:rPr lang="de-DE" dirty="0"/>
              <a:t>Um den berechneten Wert dem Differenzfeld D zuzuweisen ist im LeMoS die Ergänzung ".</a:t>
            </a:r>
            <a:r>
              <a:rPr lang="de-DE" dirty="0" err="1"/>
              <a:t>value</a:t>
            </a:r>
            <a:r>
              <a:rPr lang="de-DE" dirty="0"/>
              <a:t>" zu verwenden.</a:t>
            </a:r>
          </a:p>
          <a:p>
            <a:r>
              <a:rPr lang="de-DE" dirty="0"/>
              <a:t>Die in Z1 auszuführende Aktion lautet somit </a:t>
            </a:r>
            <a:r>
              <a:rPr lang="de-DE" dirty="0" err="1"/>
              <a:t>D.value</a:t>
            </a:r>
            <a:r>
              <a:rPr lang="de-DE" dirty="0"/>
              <a:t> = M - S.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A72A82-0004-190F-CB1C-43BE113F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966A-E844-4992-B81D-E31D5EA2E113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3ACE1-141A-626D-0F6F-49299577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42F07A-B9FE-452B-5834-35AFDA43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18</a:t>
            </a:fld>
            <a:endParaRPr lang="de-D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D4E4928-212E-CA60-E27F-95EE25DB504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028537"/>
            <a:ext cx="5832475" cy="350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platzhalter 11">
            <a:extLst>
              <a:ext uri="{FF2B5EF4-FFF2-40B4-BE49-F238E27FC236}">
                <a16:creationId xmlns:a16="http://schemas.microsoft.com/office/drawing/2014/main" id="{CF05F365-F9F7-8E27-EF75-F47AEC18E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00" y="5532725"/>
            <a:ext cx="5832000" cy="360000"/>
          </a:xfrm>
        </p:spPr>
        <p:txBody>
          <a:bodyPr/>
          <a:lstStyle/>
          <a:p>
            <a:pPr algn="ctr"/>
            <a:r>
              <a:rPr lang="de-DE" b="0" dirty="0"/>
              <a:t>Darstellung des Zustandsgraphen für Variante 1</a:t>
            </a:r>
          </a:p>
        </p:txBody>
      </p:sp>
    </p:spTree>
    <p:extLst>
      <p:ext uri="{BB962C8B-B14F-4D97-AF65-F5344CB8AC3E}">
        <p14:creationId xmlns:p14="http://schemas.microsoft.com/office/powerpoint/2010/main" val="2936031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615D-A6F6-9B27-0DF2-1FA43ACC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00741-3855-3150-1322-C69F6022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Zustandsgraph (Variante 2)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B00927A-8EE0-992A-8018-399B112EF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11880000" cy="360000"/>
          </a:xfrm>
        </p:spPr>
        <p:txBody>
          <a:bodyPr/>
          <a:lstStyle/>
          <a:p>
            <a:r>
              <a:rPr lang="de-DE" dirty="0"/>
              <a:t>Wie kann der Ablauf des Lernmodul als Zustandsgraph beschrieben werden?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0607CA8-61F7-17E6-38FB-7E6C62D39C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e-DE" dirty="0"/>
              <a:t>Ergänzend zur ersten Variante soll die Berechnung in der zweiten Variante nur noch  erfolgen, wenn der Minuend M größer als der Subtrahend S ist.</a:t>
            </a:r>
          </a:p>
          <a:p>
            <a:r>
              <a:rPr lang="de-DE" dirty="0"/>
              <a:t>Der bisher bedingungslose Übergang von Z0 (Einstiegszustand) zu Z1 (Berechnung) wird daher um die Bedingung M &gt; S erweitert.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BE2B65-6AAE-8932-69A4-BFC39EC9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7B67E-7EFD-42CF-94EC-CC465ED0362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16203-3352-C00A-6F90-D916E6BB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AE22A6-9169-BDEE-2170-7EEC98A5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19</a:t>
            </a:fld>
            <a:endParaRPr lang="de-DE"/>
          </a:p>
        </p:txBody>
      </p:sp>
      <p:sp>
        <p:nvSpPr>
          <p:cNvPr id="3" name="Textplatzhalter 11">
            <a:extLst>
              <a:ext uri="{FF2B5EF4-FFF2-40B4-BE49-F238E27FC236}">
                <a16:creationId xmlns:a16="http://schemas.microsoft.com/office/drawing/2014/main" id="{E97CFD26-130E-E194-7FF2-48CA7836A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00" y="5532725"/>
            <a:ext cx="5832000" cy="360000"/>
          </a:xfrm>
        </p:spPr>
        <p:txBody>
          <a:bodyPr/>
          <a:lstStyle/>
          <a:p>
            <a:pPr algn="ctr"/>
            <a:r>
              <a:rPr lang="de-DE" b="0" dirty="0"/>
              <a:t>Darstellung des Zustandsgraphen für Variante 2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8CE538D-C9AC-2AAD-E231-8E157B3EB64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028537"/>
            <a:ext cx="5832475" cy="350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302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BFFE-8E0B-7C9B-13D1-9C643D68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387BE-7DB3-4F7C-9743-9AE49857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Zustandsgraph (Variante 3)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E5A3381-6DC7-70C0-FB94-77A0CD0BD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11880000" cy="360000"/>
          </a:xfrm>
        </p:spPr>
        <p:txBody>
          <a:bodyPr/>
          <a:lstStyle/>
          <a:p>
            <a:r>
              <a:rPr lang="de-DE" dirty="0"/>
              <a:t>Wie kann der Ablauf des Lernmodul als Zustandsgraph beschrieben werden?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86F40BF-D6DD-35DA-D675-63793607E2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e-DE" dirty="0"/>
              <a:t>Ergänzend zur zweiten Variante soll das Lernmodul in der dritten Variante nicht enden, wenn der Minuend M nicht größer als der Subtrahend S ist.</a:t>
            </a:r>
          </a:p>
          <a:p>
            <a:r>
              <a:rPr lang="de-DE" dirty="0"/>
              <a:t>Stattdessen soll die Differenz in diesem Fall umgekehrt, das heißt Subtrahend minus Minuend berechnet werden.</a:t>
            </a:r>
          </a:p>
          <a:p>
            <a:r>
              <a:rPr lang="de-DE" dirty="0"/>
              <a:t>Der Zustandsgraph wird daher um einen weiteren Zustand (Z1b) sowie einen von Z0 zu ihm führenden Übergang ergänzt.</a:t>
            </a:r>
          </a:p>
          <a:p>
            <a:r>
              <a:rPr lang="de-DE" dirty="0"/>
              <a:t>Der bisherige Zustand Z1 wird zur Klarstellung in Z1a umbenannt.</a:t>
            </a:r>
          </a:p>
          <a:p>
            <a:r>
              <a:rPr lang="de-DE" dirty="0"/>
              <a:t>Der Übergang zu Z1b soll genau dann erfolgen, wenn der zu Z1a aufgrund der Bedingung nicht erfolgen konnte, weitere Bedingungen sollen nicht aufgestellt werden.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65EED0-ABBF-7E06-0F90-2A58F123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FA850-0C9A-4552-9752-FDDC717BD69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995FD4-01A0-7C24-D5EC-54A1CE908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E02DA2-CEA2-0817-0FCC-83C0B50D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20</a:t>
            </a:fld>
            <a:endParaRPr lang="de-DE"/>
          </a:p>
        </p:txBody>
      </p:sp>
      <p:sp>
        <p:nvSpPr>
          <p:cNvPr id="3" name="Textplatzhalter 11">
            <a:extLst>
              <a:ext uri="{FF2B5EF4-FFF2-40B4-BE49-F238E27FC236}">
                <a16:creationId xmlns:a16="http://schemas.microsoft.com/office/drawing/2014/main" id="{FA6C6B11-7A6D-8691-CFCC-68FD40F4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7763" y="5668196"/>
            <a:ext cx="5832000" cy="360000"/>
          </a:xfrm>
        </p:spPr>
        <p:txBody>
          <a:bodyPr/>
          <a:lstStyle/>
          <a:p>
            <a:pPr algn="ctr"/>
            <a:r>
              <a:rPr lang="de-DE" b="0" dirty="0"/>
              <a:t>Darstellung des Zustandsgraphen für Variante 3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56E2BE1-23A9-69EF-F14B-22839328403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93067"/>
            <a:ext cx="5832475" cy="377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382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7272-94E7-474F-A1A7-6960C106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58121-0C7C-34A1-78AA-7F7F0820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Szenarien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8B214EC-FB99-3F79-D9F5-C8A34A11F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Benutzer sollen sich nicht erst ein Szenario (exemplarische Eingabemenge) ausdenken müssen, um das Lernmodul nutzen zu können.</a:t>
            </a:r>
          </a:p>
          <a:p>
            <a:r>
              <a:rPr lang="de-DE" dirty="0"/>
              <a:t>Im Beispiel ist folgendes Szenario vorgesehen: der Minuend (M) soll den Wert '7' haben und der Subtrahend (S) den Wert '5', sodass die korrekte Differenz (D) des Lernmoduls '2' lautet.</a:t>
            </a:r>
          </a:p>
          <a:p>
            <a:r>
              <a:rPr lang="de-DE" dirty="0"/>
              <a:t>Hinweis: Lernmodule können beliebig viele Beispiele/Szenarien haben, funktionieren aber auch ohne.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3EE03E-802B-02F9-F018-EB734DC5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06BA-35C2-43EE-8EED-D97DA4D3341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8B2C22-10B7-B6CE-7657-B1C8BDC0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939D80-A2C4-D385-1EAB-A5211912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21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D26C5F6-02BF-6124-382C-089753BCDCC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Welche exemplarischen Eingabewerte sollen im Lernmodul auswählbar sein?</a:t>
            </a:r>
          </a:p>
        </p:txBody>
      </p:sp>
    </p:spTree>
    <p:extLst>
      <p:ext uri="{BB962C8B-B14F-4D97-AF65-F5344CB8AC3E}">
        <p14:creationId xmlns:p14="http://schemas.microsoft.com/office/powerpoint/2010/main" val="4080959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756E31-F533-5156-14F7-ABD8D804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Schritte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A42259-4397-306A-2E59-C28B2F834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Lernmodulkonfiguration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28E3F2-C17D-64DE-503B-DF1F5997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F3EB6-4982-4B86-947F-7EEBFE85D5C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013E74-14EB-3823-F941-28AF22C8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BB3205-0BD7-9532-AE27-B366164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224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B54A985-B51B-F4C1-9A81-1732A638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1. Grundstruktur mit Schema definieren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7432AB3C-121A-2E5B-4C0B-5ABB853FF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1260000"/>
            <a:ext cx="11880000" cy="208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-server: $</a:t>
            </a:r>
            <a:r>
              <a:rPr lang="de-DE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buNone/>
            </a:pPr>
            <a:r>
              <a:rPr lang="de-DE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general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states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436D9AE8-FCF2-092C-AFB9-0ABC45B14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4212000"/>
            <a:ext cx="11880000" cy="1728000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-server: $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=../LeMoS-Modul-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Schema.json</a:t>
            </a:r>
            <a:endParaRPr lang="de-DE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67DDE1-E9EA-1A52-EB24-0ACF6F06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07493-3247-4AE9-AECF-B73BDD9536F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D8133C-3755-0669-D08A-79865DAF2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6D756D-5BD2-6156-EEF6-7AE16C1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23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E33D46C-A9A9-F289-C620-45CFBBA718D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Grundstruktur für jedes Lernmodul: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5B2D06F-7A69-054D-FC6E-25883C044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0000" y="3492000"/>
            <a:ext cx="11880000" cy="720000"/>
          </a:xfrm>
        </p:spPr>
        <p:txBody>
          <a:bodyPr/>
          <a:lstStyle/>
          <a:p>
            <a:r>
              <a:rPr lang="de-DE" dirty="0"/>
              <a:t>Ergänzen des Pfads zum Schema für Lernmodulkonfigurationen des LeMoS:</a:t>
            </a:r>
            <a:br>
              <a:rPr lang="de-DE" dirty="0"/>
            </a:br>
            <a:r>
              <a:rPr lang="de-DE" dirty="0"/>
              <a:t>(Beispiel: Schema erreichbar mittels ../LeMoS-Modul-</a:t>
            </a:r>
            <a:r>
              <a:rPr lang="de-DE" dirty="0" err="1"/>
              <a:t>Schema.json</a:t>
            </a:r>
            <a:r>
              <a:rPr lang="de-DE" dirty="0"/>
              <a:t>)</a:t>
            </a:r>
          </a:p>
        </p:txBody>
      </p:sp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6BCE96C6-E07F-C061-43FF-DD5F12D12B65}"/>
              </a:ext>
            </a:extLst>
          </p:cNvPr>
          <p:cNvSpPr txBox="1">
            <a:spLocks/>
          </p:cNvSpPr>
          <p:nvPr/>
        </p:nvSpPr>
        <p:spPr>
          <a:xfrm>
            <a:off x="179388" y="5940000"/>
            <a:ext cx="11880850" cy="36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Hinweis: die vollständige Konfiguration kann in der Datei "</a:t>
            </a:r>
            <a:r>
              <a:rPr lang="de-DE" dirty="0" err="1"/>
              <a:t>Subtraktion.yaml</a:t>
            </a:r>
            <a:r>
              <a:rPr lang="de-DE" dirty="0"/>
              <a:t>" eingesehen werden.</a:t>
            </a:r>
          </a:p>
        </p:txBody>
      </p:sp>
    </p:spTree>
    <p:extLst>
      <p:ext uri="{BB962C8B-B14F-4D97-AF65-F5344CB8AC3E}">
        <p14:creationId xmlns:p14="http://schemas.microsoft.com/office/powerpoint/2010/main" val="2766041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621CE57-E94E-069F-FAAD-2C579CF4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2. Allgemeine Angaben definieren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EBA1208-8203-9BF8-17BF-CF3DC0C06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de-DE" dirty="0"/>
              <a:t>Erforderliche Attribute: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heading</a:t>
            </a:r>
            <a:r>
              <a:rPr lang="de-DE" dirty="0"/>
              <a:t> für den Namen / die Überschrift des Lernmoduls (Bsp.: Subtraktion)</a:t>
            </a:r>
          </a:p>
          <a:p>
            <a:pPr>
              <a:buClr>
                <a:schemeClr val="tx1"/>
              </a:buClr>
            </a:pPr>
            <a:r>
              <a:rPr lang="de-DE" dirty="0"/>
              <a:t>Empfohlene Attribute: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explanation</a:t>
            </a:r>
            <a:r>
              <a:rPr lang="de-DE" dirty="0"/>
              <a:t> für Erläuterungen zum Lernmodul (Bsp.: Minuend minus Subtrahend ergibt die Differenz)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sources</a:t>
            </a:r>
            <a:r>
              <a:rPr lang="de-DE" dirty="0"/>
              <a:t> für Quellenangaben (Bsp.: Skript zu Grundlagen der Mathematik oder Internet)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contacts</a:t>
            </a:r>
            <a:r>
              <a:rPr lang="de-DE" dirty="0"/>
              <a:t> für Kontaktangaben (Bsp.: Beliebige Angaben für fachliche Fragen an Herrn Mustermann)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settings</a:t>
            </a:r>
            <a:r>
              <a:rPr lang="de-DE" dirty="0"/>
              <a:t>/</a:t>
            </a:r>
            <a:r>
              <a:rPr lang="de-DE" dirty="0" err="1">
                <a:solidFill>
                  <a:srgbClr val="0070C0"/>
                </a:solidFill>
              </a:rPr>
              <a:t>lemosVersion</a:t>
            </a:r>
            <a:r>
              <a:rPr lang="de-DE" dirty="0"/>
              <a:t> zur Angabe der verwendeten Version des LeMoS für spätere Aufwärtskompatibilität</a:t>
            </a:r>
            <a:br>
              <a:rPr lang="de-DE" dirty="0"/>
            </a:br>
            <a:r>
              <a:rPr lang="de-DE" dirty="0"/>
              <a:t>(Bsp.: Version 2.0.0)</a:t>
            </a:r>
          </a:p>
          <a:p>
            <a:r>
              <a:rPr lang="de-DE" dirty="0"/>
              <a:t>Weitere Möglichkeiten:</a:t>
            </a:r>
          </a:p>
          <a:p>
            <a:pPr lvl="1"/>
            <a:r>
              <a:rPr lang="de-DE" dirty="0"/>
              <a:t>Weitere Einstellungen des Moduls über </a:t>
            </a:r>
            <a:r>
              <a:rPr lang="de-DE" dirty="0" err="1">
                <a:solidFill>
                  <a:srgbClr val="0070C0"/>
                </a:solidFill>
              </a:rPr>
              <a:t>settings</a:t>
            </a:r>
            <a:endParaRPr lang="de-DE" dirty="0">
              <a:solidFill>
                <a:srgbClr val="0070C0"/>
              </a:solidFill>
            </a:endParaRPr>
          </a:p>
          <a:p>
            <a:pPr lvl="1"/>
            <a:r>
              <a:rPr lang="de-DE" dirty="0"/>
              <a:t>Einstellungen des Protokollierungsfelds über </a:t>
            </a:r>
            <a:r>
              <a:rPr lang="de-DE" dirty="0" err="1">
                <a:solidFill>
                  <a:srgbClr val="0070C0"/>
                </a:solidFill>
              </a:rPr>
              <a:t>logger</a:t>
            </a:r>
            <a:endParaRPr lang="de-DE" dirty="0">
              <a:solidFill>
                <a:srgbClr val="0070C0"/>
              </a:solidFill>
            </a:endParaRPr>
          </a:p>
          <a:p>
            <a:pPr lvl="1"/>
            <a:r>
              <a:rPr lang="de-DE" dirty="0"/>
              <a:t>Definieren globaler Variablen über </a:t>
            </a:r>
            <a:r>
              <a:rPr lang="de-DE" dirty="0">
                <a:solidFill>
                  <a:srgbClr val="0070C0"/>
                </a:solidFill>
              </a:rPr>
              <a:t>variables</a:t>
            </a:r>
          </a:p>
          <a:p>
            <a:pPr lvl="1"/>
            <a:r>
              <a:rPr lang="de-DE" dirty="0"/>
              <a:t>Definieren eigener Funktionen über </a:t>
            </a:r>
            <a:r>
              <a:rPr lang="de-DE" dirty="0" err="1">
                <a:solidFill>
                  <a:srgbClr val="0070C0"/>
                </a:solidFill>
              </a:rPr>
              <a:t>functions</a:t>
            </a:r>
            <a:endParaRPr lang="de-DE" dirty="0">
              <a:solidFill>
                <a:srgbClr val="0070C0"/>
              </a:solidFill>
            </a:endParaRPr>
          </a:p>
          <a:p>
            <a:pPr lvl="1"/>
            <a:r>
              <a:rPr lang="de-DE" dirty="0"/>
              <a:t>Importieren zusätzlicher Bibliotheken über </a:t>
            </a:r>
            <a:r>
              <a:rPr lang="de-DE" dirty="0" err="1">
                <a:solidFill>
                  <a:srgbClr val="0070C0"/>
                </a:solidFill>
              </a:rPr>
              <a:t>imports</a:t>
            </a:r>
            <a:endParaRPr lang="de-DE" dirty="0">
              <a:solidFill>
                <a:srgbClr val="0070C0"/>
              </a:solidFill>
            </a:endParaRPr>
          </a:p>
          <a:p>
            <a:pPr lvl="1"/>
            <a:r>
              <a:rPr lang="de-DE" dirty="0"/>
              <a:t>Hinterlegen zusätzlicher Ressourcen wie Bilder/Audios/Videos über </a:t>
            </a:r>
            <a:r>
              <a:rPr lang="de-DE" dirty="0" err="1">
                <a:solidFill>
                  <a:srgbClr val="0070C0"/>
                </a:solidFill>
              </a:rPr>
              <a:t>resources</a:t>
            </a:r>
            <a:endParaRPr lang="de-DE" dirty="0">
              <a:solidFill>
                <a:srgbClr val="0070C0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E54A40-5D45-19A9-6AF0-57F28826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8687-F902-498F-B5AB-F657220363D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90A147-CAA5-AE85-0698-CA54BF6B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D0954-7985-F67E-CB48-03B5FCFB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0910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7D997F-1386-9F1B-C7CD-6D81EC95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2. Allgemeine Angaben definieren – Beispielkonfiguration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F38D6-9403-DB5F-7378-8FF28FACE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900000"/>
            <a:ext cx="1188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heading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"Subtraktion"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"Minuend minus Subtrahend ergibt die Differenz"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"Grundlagen der Mathematik"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"Internet"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contacts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"Professor Max Mustermann"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purpose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"Fachliche Fragen"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Telefon: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"01234 567-890"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E-Mail: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"max@mustermann.de"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Büro: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"0-815"</a:t>
            </a:r>
          </a:p>
          <a:p>
            <a:pPr marL="0" indent="0">
              <a:buNone/>
            </a:pP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settings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lemosVersion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"2.0.0"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CFD8C-A046-9E8A-35E4-CEF429CA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6EE9-63FA-42AF-900F-879E450A5D9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00108B-1917-C7AB-1373-214C9FA0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77C7C0-4D21-9D56-E10A-DC0A69FF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25</a:t>
            </a:fld>
            <a:endParaRPr lang="de-DE"/>
          </a:p>
        </p:txBody>
      </p:sp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6B88B9BD-8B3C-273F-9A9E-36DBC90BD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388" y="5940000"/>
            <a:ext cx="11880850" cy="360000"/>
          </a:xfrm>
        </p:spPr>
        <p:txBody>
          <a:bodyPr anchor="b">
            <a:noAutofit/>
          </a:bodyPr>
          <a:lstStyle/>
          <a:p>
            <a:pPr marL="0" indent="0">
              <a:buNone/>
            </a:pPr>
            <a:r>
              <a:rPr lang="de-DE" dirty="0"/>
              <a:t>Hinweis: die vollständige Konfiguration kann in der Datei "</a:t>
            </a:r>
            <a:r>
              <a:rPr lang="de-DE" dirty="0" err="1"/>
              <a:t>Subtraktion.yaml</a:t>
            </a:r>
            <a:r>
              <a:rPr lang="de-DE" dirty="0"/>
              <a:t>" eingesehen werden.</a:t>
            </a:r>
          </a:p>
        </p:txBody>
      </p:sp>
    </p:spTree>
    <p:extLst>
      <p:ext uri="{BB962C8B-B14F-4D97-AF65-F5344CB8AC3E}">
        <p14:creationId xmlns:p14="http://schemas.microsoft.com/office/powerpoint/2010/main" val="2886358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4BA42-13B5-BEAE-EADA-4771F41F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2. Allgemeine Angaben definieren – Ergebnis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899514-5B9D-8FB0-373A-FE85ECE0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D3717-1621-4D3B-AE8B-F556EEF0F7C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3BB9A6-7C89-6422-B732-60ADAB58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B2639-F4DE-B8BA-FBAB-978CEF92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26</a:t>
            </a:fld>
            <a:endParaRPr lang="de-DE"/>
          </a:p>
        </p:txBody>
      </p:sp>
      <p:pic>
        <p:nvPicPr>
          <p:cNvPr id="11" name="Inhaltsplatzhalter 7">
            <a:extLst>
              <a:ext uri="{FF2B5EF4-FFF2-40B4-BE49-F238E27FC236}">
                <a16:creationId xmlns:a16="http://schemas.microsoft.com/office/drawing/2014/main" id="{42A4CF29-D729-CE0D-4E9F-9AB1E2DD6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1" t="11086" r="680" b="592"/>
          <a:stretch>
            <a:fillRect/>
          </a:stretch>
        </p:blipFill>
        <p:spPr>
          <a:xfrm>
            <a:off x="3296709" y="900113"/>
            <a:ext cx="5646208" cy="5400675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311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F8BA-85EF-6EB5-521B-EC4FBDE7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BE0146A-42E7-4FC7-8D2C-0E84460A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Felder definieren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FB4E8C6-D6C2-3C9B-B5F6-E608ECE35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de-DE" dirty="0"/>
              <a:t>Erforderliche Attribute (pro Feld):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id</a:t>
            </a:r>
            <a:r>
              <a:rPr lang="de-DE" dirty="0"/>
              <a:t>: eindeutige Bezeichnung des Felds, unter der es im Lernmodul angesprochen werden soll</a:t>
            </a:r>
            <a:br>
              <a:rPr lang="de-DE" dirty="0"/>
            </a:br>
            <a:r>
              <a:rPr lang="de-DE" dirty="0"/>
              <a:t>(Bsp.: der Minuend soll M, der Subtrahend S und die Differenz D heißen)</a:t>
            </a:r>
          </a:p>
          <a:p>
            <a:pPr lvl="1">
              <a:buClr>
                <a:schemeClr val="tx1"/>
              </a:buClr>
            </a:pPr>
            <a:r>
              <a:rPr lang="de-DE" dirty="0">
                <a:solidFill>
                  <a:srgbClr val="0070C0"/>
                </a:solidFill>
              </a:rPr>
              <a:t>type</a:t>
            </a:r>
            <a:r>
              <a:rPr lang="de-DE" dirty="0"/>
              <a:t>: Art des Feldes wie Infofeld, Textfeld, Listenfeld, …</a:t>
            </a:r>
            <a:br>
              <a:rPr lang="de-DE" dirty="0"/>
            </a:br>
            <a:r>
              <a:rPr lang="de-DE" dirty="0"/>
              <a:t>(Bsp.: alle drei Felder, M, S und D sollen einfache Textfelder, d.h. type TEXT sein)</a:t>
            </a:r>
          </a:p>
          <a:p>
            <a:pPr>
              <a:buClr>
                <a:schemeClr val="tx1"/>
              </a:buClr>
            </a:pPr>
            <a:r>
              <a:rPr lang="de-DE" dirty="0"/>
              <a:t>Empfohlene Attribute (pro Feld):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name</a:t>
            </a:r>
            <a:r>
              <a:rPr lang="de-DE" dirty="0"/>
              <a:t>: Anzeigename des Felds (Bsp.: Minuend, Subtrahend oder Differenz)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explanation</a:t>
            </a:r>
            <a:r>
              <a:rPr lang="de-DE" dirty="0"/>
              <a:t>: Erläuterung zum Feld (Bsp.: linker/rechter Ausgangswert zur Bildung der Differenz)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usage</a:t>
            </a:r>
            <a:r>
              <a:rPr lang="de-DE" dirty="0"/>
              <a:t>: Verwendungsart des Felds (Bsp.: Differenzfeld benötigt keine Eingabe, daher </a:t>
            </a:r>
            <a:r>
              <a:rPr lang="de-DE" dirty="0" err="1"/>
              <a:t>usage</a:t>
            </a:r>
            <a:r>
              <a:rPr lang="de-DE" dirty="0"/>
              <a:t> OUTPUT)</a:t>
            </a:r>
          </a:p>
          <a:p>
            <a:pPr lvl="1">
              <a:buClr>
                <a:schemeClr val="tx1"/>
              </a:buClr>
            </a:pPr>
            <a:r>
              <a:rPr lang="de-DE" dirty="0">
                <a:solidFill>
                  <a:srgbClr val="0070C0"/>
                </a:solidFill>
              </a:rPr>
              <a:t>style</a:t>
            </a:r>
            <a:r>
              <a:rPr lang="de-DE" dirty="0"/>
              <a:t>: Größe und Positionierung des Felds (Bsp.: Minuend und Subtrahend nebeneinander, Differenz darunter)</a:t>
            </a:r>
          </a:p>
          <a:p>
            <a:pPr lvl="1">
              <a:buClr>
                <a:schemeClr val="tx1"/>
              </a:buClr>
            </a:pPr>
            <a:r>
              <a:rPr lang="de-DE" dirty="0"/>
              <a:t>Für Eingabefelder (</a:t>
            </a:r>
            <a:r>
              <a:rPr lang="de-DE" dirty="0" err="1"/>
              <a:t>usage</a:t>
            </a:r>
            <a:r>
              <a:rPr lang="de-DE" dirty="0"/>
              <a:t> INPUT):</a:t>
            </a:r>
          </a:p>
          <a:p>
            <a:pPr lvl="2">
              <a:buClr>
                <a:schemeClr val="tx1"/>
              </a:buClr>
            </a:pPr>
            <a:r>
              <a:rPr lang="de-DE" sz="1800" dirty="0" err="1">
                <a:solidFill>
                  <a:srgbClr val="0070C0"/>
                </a:solidFill>
              </a:rPr>
              <a:t>datatype</a:t>
            </a:r>
            <a:r>
              <a:rPr lang="de-DE" sz="1800" dirty="0"/>
              <a:t>: Datentyp des Felds (Bsp.: es sind nur Zahlen erlaubt, daher </a:t>
            </a:r>
            <a:r>
              <a:rPr lang="de-DE" sz="1800" dirty="0" err="1"/>
              <a:t>datatype</a:t>
            </a:r>
            <a:r>
              <a:rPr lang="de-DE" sz="1800" dirty="0"/>
              <a:t> NUMBER)</a:t>
            </a:r>
          </a:p>
          <a:p>
            <a:pPr lvl="2">
              <a:buClr>
                <a:schemeClr val="tx1"/>
              </a:buClr>
            </a:pPr>
            <a:r>
              <a:rPr lang="de-DE" sz="1800" dirty="0" err="1">
                <a:solidFill>
                  <a:srgbClr val="0070C0"/>
                </a:solidFill>
              </a:rPr>
              <a:t>restrictions</a:t>
            </a:r>
            <a:r>
              <a:rPr lang="de-DE" sz="1800" dirty="0"/>
              <a:t>: Weitere Einschränkungen der Eingaben (Bsp.: es sind nur positive Werte erlaubt)</a:t>
            </a:r>
          </a:p>
          <a:p>
            <a:pPr>
              <a:buClr>
                <a:schemeClr val="tx1"/>
              </a:buClr>
            </a:pPr>
            <a:r>
              <a:rPr lang="de-DE" dirty="0"/>
              <a:t>Weitere Möglichkeiten (pro Feld):</a:t>
            </a:r>
          </a:p>
          <a:p>
            <a:pPr lvl="1">
              <a:buClr>
                <a:schemeClr val="tx1"/>
              </a:buClr>
            </a:pPr>
            <a:r>
              <a:rPr lang="de-DE" dirty="0"/>
              <a:t>Ausblenden des Felds über </a:t>
            </a:r>
            <a:r>
              <a:rPr lang="de-DE" dirty="0" err="1">
                <a:solidFill>
                  <a:srgbClr val="0070C0"/>
                </a:solidFill>
              </a:rPr>
              <a:t>hidden</a:t>
            </a:r>
            <a:r>
              <a:rPr lang="de-DE" dirty="0"/>
              <a:t> (standardmäßig sichtbar)</a:t>
            </a:r>
          </a:p>
          <a:p>
            <a:pPr lvl="1">
              <a:buClr>
                <a:schemeClr val="tx1"/>
              </a:buClr>
            </a:pPr>
            <a:r>
              <a:rPr lang="de-DE" dirty="0"/>
              <a:t>Hervorheben des Felds über </a:t>
            </a:r>
            <a:r>
              <a:rPr lang="de-DE" dirty="0" err="1">
                <a:solidFill>
                  <a:srgbClr val="0070C0"/>
                </a:solidFill>
              </a:rPr>
              <a:t>highlighted</a:t>
            </a:r>
            <a:r>
              <a:rPr lang="de-DE" dirty="0"/>
              <a:t> (standardmäßig nicht hervorgehoben)</a:t>
            </a:r>
          </a:p>
          <a:p>
            <a:pPr lvl="1">
              <a:buClr>
                <a:schemeClr val="tx1"/>
              </a:buClr>
            </a:pPr>
            <a:r>
              <a:rPr lang="de-DE" dirty="0"/>
              <a:t>Für Eingabefelder: Einstellen, ob das Feld leer bleiben darf über </a:t>
            </a:r>
            <a:r>
              <a:rPr lang="de-DE" dirty="0" err="1">
                <a:solidFill>
                  <a:srgbClr val="0070C0"/>
                </a:solidFill>
              </a:rPr>
              <a:t>allowEmpty</a:t>
            </a:r>
            <a:r>
              <a:rPr lang="de-DE" dirty="0"/>
              <a:t> (standardmäßig nicht erlaubt)</a:t>
            </a:r>
          </a:p>
          <a:p>
            <a:pPr lvl="1">
              <a:buClr>
                <a:schemeClr val="tx1"/>
              </a:buClr>
            </a:pPr>
            <a:r>
              <a:rPr lang="de-DE" dirty="0"/>
              <a:t>Für Eingabefelder: Konfigurieren von Reaktionen auf Eingaben über </a:t>
            </a:r>
            <a:r>
              <a:rPr lang="de-DE" dirty="0" err="1">
                <a:solidFill>
                  <a:srgbClr val="0070C0"/>
                </a:solidFill>
              </a:rPr>
              <a:t>reactions</a:t>
            </a:r>
            <a:r>
              <a:rPr lang="de-DE" dirty="0"/>
              <a:t> (standardmäßig keine)</a:t>
            </a:r>
          </a:p>
          <a:p>
            <a:pPr lvl="1">
              <a:buClr>
                <a:schemeClr val="tx1"/>
              </a:buClr>
            </a:pPr>
            <a:r>
              <a:rPr lang="de-DE" dirty="0"/>
              <a:t>Weitere Attribute und Konfigurationsmöglichkeiten in Abhängigkeit von den Feldtypen (siehe type-Attribut)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23F93-0492-2BDA-8577-92056DBB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EF3-7D19-4F72-B88A-94460F5487F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C4B9A6-5F25-00DC-1F59-823CC68F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6143B-B468-3EB5-0F7F-18DB7A48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243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4231-B279-7318-2992-63025CDF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66513B8-26B2-26A7-66AB-F62DDA45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Felder definieren – Style-Attribut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7857579-C893-7030-2FD3-98D6B65B5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899997"/>
            <a:ext cx="11880000" cy="3240000"/>
          </a:xfrm>
        </p:spPr>
        <p:txBody>
          <a:bodyPr>
            <a:noAutofit/>
          </a:bodyPr>
          <a:lstStyle/>
          <a:p>
            <a:r>
              <a:rPr lang="de-DE" dirty="0"/>
              <a:t>Erforderliche Attribute: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row</a:t>
            </a:r>
            <a:r>
              <a:rPr lang="de-DE" dirty="0"/>
              <a:t>: Vertikale Positionierung des Felds (Zeile im Raster, beginnend bei 1)</a:t>
            </a:r>
            <a:br>
              <a:rPr lang="de-DE" dirty="0"/>
            </a:br>
            <a:r>
              <a:rPr lang="de-DE" dirty="0"/>
              <a:t>(Bsp.: M und S sollen in erster Zeile, D darunter in der zweiten Zeile positioniert werden)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column</a:t>
            </a:r>
            <a:r>
              <a:rPr lang="de-DE" dirty="0"/>
              <a:t>: Horizontale Positionierung des Felds (Spalte im Raster, beginnend bei 1)</a:t>
            </a:r>
            <a:br>
              <a:rPr lang="de-DE" dirty="0"/>
            </a:br>
            <a:r>
              <a:rPr lang="de-DE" dirty="0"/>
              <a:t>(Bsp.: M und D sollen am Anfang ihrer Zeile stehen, S soll erst in der zweiten Spalte folgen)</a:t>
            </a:r>
          </a:p>
          <a:p>
            <a:pPr>
              <a:buClr>
                <a:schemeClr val="tx1"/>
              </a:buClr>
            </a:pPr>
            <a:r>
              <a:rPr lang="de-DE" dirty="0"/>
              <a:t>Optionale Attribute: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width</a:t>
            </a:r>
            <a:r>
              <a:rPr lang="de-DE" dirty="0"/>
              <a:t>: Horizontale Ausdehnung des Felds (Anzahl der belegten Spalten)</a:t>
            </a:r>
            <a:br>
              <a:rPr lang="de-DE" dirty="0"/>
            </a:br>
            <a:r>
              <a:rPr lang="de-DE" dirty="0"/>
              <a:t>(Bsp.: D soll so breit sein, wie M und S zusammen und muss daher zwei Spalten breit sein)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height</a:t>
            </a:r>
            <a:r>
              <a:rPr lang="de-DE" dirty="0"/>
              <a:t>: Vertikale Ausdehnung des Felds (Anzahl der belegten Zeilen)</a:t>
            </a:r>
            <a:br>
              <a:rPr lang="de-DE" dirty="0"/>
            </a:br>
            <a:r>
              <a:rPr lang="de-DE" dirty="0"/>
              <a:t>(Bsp.: alle Felder sollen gleichhoch sein, der Wert muss daher nicht konfiguriert werden)</a:t>
            </a:r>
          </a:p>
          <a:p>
            <a:pPr>
              <a:buClr>
                <a:schemeClr val="tx1"/>
              </a:buClr>
            </a:pPr>
            <a:r>
              <a:rPr lang="de-DE" dirty="0"/>
              <a:t>Hinweis: Style-Attribut muss entweder für alle oder für keines der Felder definiert werden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F32F9F-B369-4776-1F3B-3AFF6028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44A0-42CB-4595-B135-52E3322F734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0EC7B4-42E2-E0DB-3FD7-03263143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4ADDA-25A4-26F8-6346-68AE73F9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28</a:t>
            </a:fld>
            <a:endParaRPr lang="de-DE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425E11A-9304-F630-38D5-94EDD0315DF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338" y="4140200"/>
            <a:ext cx="5274949" cy="216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DA30716F-E422-B79C-3686-EB70730651F1}"/>
              </a:ext>
            </a:extLst>
          </p:cNvPr>
          <p:cNvSpPr txBox="1"/>
          <p:nvPr/>
        </p:nvSpPr>
        <p:spPr>
          <a:xfrm>
            <a:off x="3482338" y="6110668"/>
            <a:ext cx="527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Im Beispiel gewünschte Darstellung der Felder</a:t>
            </a:r>
          </a:p>
        </p:txBody>
      </p:sp>
    </p:spTree>
    <p:extLst>
      <p:ext uri="{BB962C8B-B14F-4D97-AF65-F5344CB8AC3E}">
        <p14:creationId xmlns:p14="http://schemas.microsoft.com/office/powerpoint/2010/main" val="84982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99FCE-99B8-5B64-AF4E-4E540342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Felder definieren – Beispielkonfiguration (Minuend)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72138B-6FA6-2089-FA6E-2B19A776A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"Minuend"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"Linker Ausgangswert zur Bildung der Differenz"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TEXT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NUMBER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restrictions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errorMessage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"Nur positive Zahlenwerte, ${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ist negativ"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terms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 &gt;= 0"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1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99DA0F-A06E-64B9-F155-9EC459B81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195-248B-4CB5-BCD6-46C57F80EE23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C343B4-556C-D63E-8741-060A841F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468DFB-B8D1-1FD0-4C56-75CC1E3A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149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C0FD-7A80-5A32-888A-B3C2D396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7316B-ED1F-DCEA-0D10-0E5EC6A0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Felder definieren – Beispielkonfiguration (Subtrahend)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8B0145-999F-953E-0A7B-362A9E7B1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"Subtrahend"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"Rechter Ausgangswert zur Bildung der Differenz"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TEXT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NUMBER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restrictions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errorMessage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"Nur positive Zahlenwerte, ${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ist negativ"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terms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 &gt;= 0"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2</a:t>
            </a:r>
            <a:endParaRPr lang="de-DE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52AE50-E071-6812-1F88-B8B6BD7C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3CE4F-1201-4AF7-A9B4-06B70620DE8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482557-593F-DE24-03F4-D5F67607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093D2D-BCF3-1E2A-22BF-459147A6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8380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EDDB-7D14-2BA6-DC06-5C2AD2C08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C11003-B4A1-5D8D-223F-12BA96FA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Felder definieren – Beispielkonfiguration (Differenz)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93B0AC-649E-3DB5-A613-2E3B61076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"Differenz"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"Resultat der Subtraktion der beiden Ausgangswerte"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TEXT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usage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OUTPUT</a:t>
            </a:r>
            <a:endParaRPr lang="de-DE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2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2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85E78C-156B-C0D5-B04C-7841EDEB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97B9-5F69-4D18-8C34-CEB024931BD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5C7A63-CB52-EF0E-8A16-875E64FF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2129B9-CA12-6C53-F115-120DAE6E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957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2999-E899-2490-C9D5-AF8CE2FD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68163C-1A38-C1BD-BE8B-FDB7A504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Felder definieren – Beispielkonfiguration (Gesamt)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B8D15E-3569-986B-C3D0-76E49B35B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900000"/>
            <a:ext cx="1188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"Minuend"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"Linker Ausgangswert zur Bildung der Differenz"</a:t>
            </a: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Weitere konfigurierte Eigenschaften …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"Subtrahend"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"Rechter Ausgangswert zur Bildung der Differenz"</a:t>
            </a: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Weitere konfigurierte Eigenschaften …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"Differenz"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"Resultat der Addition der beiden Ausgangswerte"</a:t>
            </a: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Weitere konfigurierte Eigenschaften …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80B4571-BD5A-C1EC-C7E5-63D27BEDE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5940000"/>
            <a:ext cx="11880000" cy="360000"/>
          </a:xfrm>
        </p:spPr>
        <p:txBody>
          <a:bodyPr anchor="b"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Hinweis: die vollständige Konfiguration kann in der Datei "</a:t>
            </a:r>
            <a:r>
              <a:rPr lang="de-DE" dirty="0" err="1"/>
              <a:t>Subtraktion.yaml</a:t>
            </a:r>
            <a:r>
              <a:rPr lang="de-DE" dirty="0"/>
              <a:t>" eingesehen werden.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ACA0D3-90AF-B3E2-DCB5-9FBAFEE8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34C8-15CF-401A-B715-CD54C582DA8F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626C45-726A-539A-7D4E-76D8FA69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19FC0D-17A2-6851-F900-F3540C61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673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FF5EF-CDFD-B402-8B05-EF10EC71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D9353-99A1-FE5F-7B63-0FBA1F85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Felder definieren – Ergebnis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5FBC54-8169-3D59-C4E4-8BF9FCEE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E386A-6651-49D6-8795-339775EE30F3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907612-3DF5-6CC0-6914-846D8586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BB6F6-F41F-8631-523B-18AC632BC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33</a:t>
            </a:fld>
            <a:endParaRPr lang="de-DE"/>
          </a:p>
        </p:txBody>
      </p:sp>
      <p:pic>
        <p:nvPicPr>
          <p:cNvPr id="18" name="Inhaltsplatzhalter 14">
            <a:extLst>
              <a:ext uri="{FF2B5EF4-FFF2-40B4-BE49-F238E27FC236}">
                <a16:creationId xmlns:a16="http://schemas.microsoft.com/office/drawing/2014/main" id="{BF550C23-96D3-2749-B800-538C49419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58" t="11261" r="1098" b="941"/>
          <a:stretch>
            <a:fillRect/>
          </a:stretch>
        </p:blipFill>
        <p:spPr>
          <a:xfrm>
            <a:off x="3263804" y="900113"/>
            <a:ext cx="5712018" cy="5400675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1596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82533-824E-FEFF-15E0-3535E2F5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999AAAA-E7A1-6A92-359E-755DAD7A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4. Zustände definieren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F4947FD-1A6E-2FA5-3DDE-5E48FCF94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Erforderliche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id</a:t>
            </a:r>
            <a:r>
              <a:rPr lang="de-DE" dirty="0"/>
              <a:t>: eindeutige Bezeichnung des Zustands, unter dem er im Lernmodul referenziert werden soll</a:t>
            </a:r>
            <a:br>
              <a:rPr lang="de-DE" dirty="0"/>
            </a:br>
            <a:r>
              <a:rPr lang="de-DE" dirty="0"/>
              <a:t>(Bsp.: der Einstiegszustand heißt Z0, der Zustand zur Berechnung der Differenz Z1)</a:t>
            </a:r>
          </a:p>
          <a:p>
            <a:pPr>
              <a:buClr>
                <a:schemeClr val="tx1"/>
              </a:buClr>
            </a:pPr>
            <a:r>
              <a:rPr lang="de-DE" dirty="0"/>
              <a:t>Empfohlene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>
                <a:solidFill>
                  <a:srgbClr val="0070C0"/>
                </a:solidFill>
              </a:rPr>
              <a:t>type</a:t>
            </a:r>
            <a:r>
              <a:rPr lang="de-DE" dirty="0"/>
              <a:t>: Art des Zustands, ENTRY für Einstiegszustand (muss genau einmal pro Lernmodul vorkommen), JUNCTION für reine Fallunterscheidungen (dient zur semantischen Unterscheidung zu normalen Zuständen), STATE (Standardwert) für allgemeine Zustände (Bsp.: für Z0: type ENTRY, für Z1 type STATE)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importance</a:t>
            </a:r>
            <a:r>
              <a:rPr lang="de-DE" dirty="0"/>
              <a:t>: Wichtigkeit des Zustands, d.h. bei welchen Schrittweiten soll nach dem Zustand automatisch fortgesetzt werden, ZERO, LOW oder standardmäßig HIGH (Bsp.: nicht definiert und somit HIGH)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actions</a:t>
            </a:r>
            <a:r>
              <a:rPr lang="de-DE" dirty="0"/>
              <a:t>: Bei Eintritt des Zustands auszuführende Aktionen (Bsp.: Berechnung der Summe in Z1)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transitions</a:t>
            </a:r>
            <a:r>
              <a:rPr lang="de-DE" dirty="0"/>
              <a:t>: Übergänge zu weiteren Zuständen (Bsp.: Übergang in Z0 zu Z1)</a:t>
            </a:r>
            <a:endParaRPr lang="de-DE" sz="1800" dirty="0"/>
          </a:p>
          <a:p>
            <a:pPr>
              <a:buClr>
                <a:schemeClr val="tx1"/>
              </a:buClr>
            </a:pPr>
            <a:r>
              <a:rPr lang="de-DE" dirty="0"/>
              <a:t>Weitere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name</a:t>
            </a:r>
            <a:r>
              <a:rPr lang="de-DE" dirty="0"/>
              <a:t>: Zustandsname für interne Ausgaben (entspricht standardmäßig der ID)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explanation</a:t>
            </a:r>
            <a:r>
              <a:rPr lang="de-DE" dirty="0"/>
              <a:t>: Erläuterungen zum Zustand für den Benutzer</a:t>
            </a:r>
            <a:br>
              <a:rPr lang="de-DE" dirty="0"/>
            </a:br>
            <a:r>
              <a:rPr lang="de-DE" dirty="0"/>
              <a:t>(Wenn konfiguriert: Ausgabe über Protokollfeld, ansonsten keine Ausgabe)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errorMessage</a:t>
            </a:r>
            <a:r>
              <a:rPr lang="de-DE" dirty="0"/>
              <a:t>: Fehlermeldung, falls kein Übergang möglich ist</a:t>
            </a:r>
            <a:br>
              <a:rPr lang="de-DE" dirty="0"/>
            </a:br>
            <a:r>
              <a:rPr lang="de-DE" dirty="0"/>
              <a:t>(Wenn nicht konfiguriert wird keine Fehlermeldung ausgelöst)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DBEAD7-0EA4-ECC5-40B0-61F02FEF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93E5-0711-4287-B830-8F9783BF5C5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7988DE-1E24-9245-AED4-0B83F493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68F858-D98C-1854-4790-E0C78E0E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991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23C9B-EF49-06D2-9A37-F9D2F86F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C1C3123-7D4F-39AA-B79B-A03C2AA0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4. Zustände definieren – </a:t>
            </a:r>
            <a:r>
              <a:rPr lang="de-DE" dirty="0" err="1"/>
              <a:t>Transitions</a:t>
            </a:r>
            <a:r>
              <a:rPr lang="de-DE" dirty="0"/>
              <a:t>-Attribut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1D0A5C1-F49D-9199-0701-8208D46DD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Erforderliche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target</a:t>
            </a:r>
            <a:r>
              <a:rPr lang="de-DE" dirty="0"/>
              <a:t>: eindeutige Bezeichnung (</a:t>
            </a:r>
            <a:r>
              <a:rPr lang="de-DE" dirty="0" err="1"/>
              <a:t>id</a:t>
            </a:r>
            <a:r>
              <a:rPr lang="de-DE" dirty="0"/>
              <a:t>-Attribut) des Zielzustands des Übergangs</a:t>
            </a:r>
            <a:br>
              <a:rPr lang="de-DE" dirty="0"/>
            </a:br>
            <a:r>
              <a:rPr lang="de-DE" dirty="0"/>
              <a:t>(Bsp.: der Einstiegszustand Z0 hat in seinem einzigen Übergang den Zielzustand Z1)</a:t>
            </a:r>
          </a:p>
          <a:p>
            <a:pPr>
              <a:buClr>
                <a:schemeClr val="tx1"/>
              </a:buClr>
            </a:pPr>
            <a:r>
              <a:rPr lang="de-DE" dirty="0"/>
              <a:t>Empfohlene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conditions</a:t>
            </a:r>
            <a:r>
              <a:rPr lang="de-DE" dirty="0"/>
              <a:t>: Bedingungen, die für den Übergang zu erfüllen sind</a:t>
            </a:r>
            <a:br>
              <a:rPr lang="de-DE" dirty="0"/>
            </a:br>
            <a:r>
              <a:rPr lang="de-DE" dirty="0"/>
              <a:t>Wenn nicht konfiguriert:</a:t>
            </a:r>
            <a:r>
              <a:rPr lang="de-DE" dirty="0">
                <a:sym typeface="Wingdings" panose="05000000000000000000" pitchFamily="2" charset="2"/>
              </a:rPr>
              <a:t> bedingungsloser Übergang (pro Zustand darf nur ein Übergang bedingungslos sein)</a:t>
            </a:r>
            <a:br>
              <a:rPr lang="de-DE" dirty="0"/>
            </a:br>
            <a:r>
              <a:rPr lang="de-DE" dirty="0"/>
              <a:t>(Bsp. (Variante 2): Übergang von Z1 nur, wenn Minuend (M) &gt; Subtrahend (S), ansonsten kein Übergang)</a:t>
            </a:r>
            <a:endParaRPr lang="de-DE" sz="1800" dirty="0"/>
          </a:p>
          <a:p>
            <a:pPr>
              <a:buClr>
                <a:schemeClr val="tx1"/>
              </a:buClr>
            </a:pPr>
            <a:r>
              <a:rPr lang="de-DE" dirty="0"/>
              <a:t>Weitere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name</a:t>
            </a:r>
            <a:r>
              <a:rPr lang="de-DE" dirty="0"/>
              <a:t>: Name des Übergangs für interne Ausgaben (standardmäßig leer)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explanation</a:t>
            </a:r>
            <a:r>
              <a:rPr lang="de-DE" dirty="0"/>
              <a:t>: Erläuterungen zum Übergang für den Benutzer</a:t>
            </a:r>
            <a:br>
              <a:rPr lang="de-DE" dirty="0"/>
            </a:br>
            <a:r>
              <a:rPr lang="de-DE" dirty="0"/>
              <a:t>(Wenn konfiguriert: Ausgabe über Protokollfeld, ansonsten keine Ausgabe)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E7DEA0-2152-19B0-AAF1-5D233156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3E6C-3D64-42D3-88FF-5A1D83C522D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BCC519-F2DC-2785-70E0-C0FFE081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F967E3-60E4-495F-7EC9-4DABBB2B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191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483E-DBE3-5C86-1789-F4F5BA17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19840AA-036E-DAF5-12DC-2C3727EE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4. Zustände definieren – </a:t>
            </a:r>
            <a:r>
              <a:rPr lang="de-DE" dirty="0" err="1"/>
              <a:t>Conditions</a:t>
            </a:r>
            <a:r>
              <a:rPr lang="de-DE" dirty="0"/>
              <a:t>-Attribut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EEF0D2C-94F6-DC10-6D87-443B0C25A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Erforderliche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terms</a:t>
            </a:r>
            <a:r>
              <a:rPr lang="de-DE" dirty="0"/>
              <a:t>: Teilbedingungen, die erfüllt sein müssen</a:t>
            </a:r>
            <a:br>
              <a:rPr lang="de-DE" dirty="0"/>
            </a:br>
            <a:r>
              <a:rPr lang="de-DE" dirty="0"/>
              <a:t>(Bsp. (Variante 2): Minuend (M) muss größer als Subtrahend (S) sein, daher: M &gt; S)</a:t>
            </a:r>
          </a:p>
          <a:p>
            <a:pPr>
              <a:buClr>
                <a:schemeClr val="tx1"/>
              </a:buClr>
            </a:pPr>
            <a:r>
              <a:rPr lang="de-DE" dirty="0"/>
              <a:t>Weitere Attribute (pro Zustand):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errorMessage</a:t>
            </a:r>
            <a:r>
              <a:rPr lang="de-DE" dirty="0"/>
              <a:t>: Fehlermeldung, falls die Bedingung nicht erfüllt ist</a:t>
            </a:r>
            <a:br>
              <a:rPr lang="de-DE" dirty="0"/>
            </a:br>
            <a:r>
              <a:rPr lang="de-DE" dirty="0"/>
              <a:t>(Wenn nicht konfiguriert: keine Fehlermeldung)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E33AEF-4F7E-CEBE-FC98-6CBD9EE9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C54-F4FF-4493-9CE3-6E54B36B51D3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C19FAA-BF7A-15DD-C1EB-FBDC3357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2FCAA0-DB48-FD92-58A5-B743C2B9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953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3351-49D8-CB8A-2570-D2BC6C94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3A1A3-C90B-1E7C-6713-07DAF6F2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4. Zustände definieren – Beispielkonfiguration (Variante 1)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1B46EB-7C0D-39FA-0923-E409C44B9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900000"/>
            <a:ext cx="5832000" cy="540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"Z0"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"Einstiegszustand"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ENTRY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transitions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"Differenz berechnet"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 - S"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DE59E5D-DF9A-EED3-7024-A9CF4BA28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9562" y="5222830"/>
            <a:ext cx="5352437" cy="360000"/>
          </a:xfrm>
        </p:spPr>
        <p:txBody>
          <a:bodyPr/>
          <a:lstStyle/>
          <a:p>
            <a:pPr algn="ctr"/>
            <a:r>
              <a:rPr lang="de-DE" b="0" dirty="0"/>
              <a:t>Zustandsgraph in Variante 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458922-910A-B92A-C29B-4AA55116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54F2-0937-430B-975B-E2E0FF7DA646}" type="datetime1">
              <a:rPr lang="de-DE" smtClean="0"/>
              <a:t>18.02.2026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4D2687-7B77-BCB2-B845-C85FF99D0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4E76B2-5AE9-9D28-2081-46ED3CA0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37</a:t>
            </a:fld>
            <a:endParaRPr lang="de-DE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30F7BB9-CD35-032E-051A-060374E3576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978070"/>
            <a:ext cx="5400675" cy="324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968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81B2E-FB40-68D9-40F0-06B5AA285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953E7-6D8F-E9A7-2051-4F89E903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4. Zustände definieren – Beispielkonfiguration (Variante 2)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D4F1F6A-B513-1C67-4EEE-146E8EC6B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11880000" cy="360000"/>
          </a:xfrm>
        </p:spPr>
        <p:txBody>
          <a:bodyPr/>
          <a:lstStyle/>
          <a:p>
            <a:r>
              <a:rPr lang="de-DE" b="0" dirty="0"/>
              <a:t>Erinnerung: Übergang zu Z1 nur, wenn Minuend (M) &gt; Subtrahend (S), ansonsten kein Übergang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E7F2D4-A342-897C-23A1-FC6782B67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1260000"/>
            <a:ext cx="7056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"Z0"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"Einstiegszustand"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ENTRY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transitions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errorMessage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"Minuend zu gering"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terms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 &gt; S"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"Differenz berechnet"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 - S"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51AB66-39E5-AFD8-27BD-020F29E5C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8862-682F-419B-B67A-8203E040BF06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2E4FCB-476B-D07E-E266-9521C6DB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E94499-D1B1-E0D4-C9C8-CAC0527C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38</a:t>
            </a:fld>
            <a:endParaRPr lang="de-D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A39258-6889-38AB-4B66-8ACFAC0EF1C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995533"/>
            <a:ext cx="5400675" cy="324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885BCE3-74EF-592C-FA21-5676B89D3C85}"/>
              </a:ext>
            </a:extLst>
          </p:cNvPr>
          <p:cNvSpPr txBox="1">
            <a:spLocks/>
          </p:cNvSpPr>
          <p:nvPr/>
        </p:nvSpPr>
        <p:spPr>
          <a:xfrm>
            <a:off x="6659562" y="5222830"/>
            <a:ext cx="5352437" cy="36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dirty="0"/>
              <a:t>Zustandsgraph in Variante 2</a:t>
            </a:r>
          </a:p>
        </p:txBody>
      </p:sp>
    </p:spTree>
    <p:extLst>
      <p:ext uri="{BB962C8B-B14F-4D97-AF65-F5344CB8AC3E}">
        <p14:creationId xmlns:p14="http://schemas.microsoft.com/office/powerpoint/2010/main" val="29775456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BFBC-EE15-8C4B-6448-C2CC14B0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5A861-6F05-3DA3-AC32-D2AF4B82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4. Zustände definieren – Beispielkonfiguration (Variante 3)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21C5A61-D505-44D7-099E-49454810B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00000"/>
            <a:ext cx="11880000" cy="360000"/>
          </a:xfrm>
        </p:spPr>
        <p:txBody>
          <a:bodyPr/>
          <a:lstStyle/>
          <a:p>
            <a:r>
              <a:rPr lang="de-DE" b="0" dirty="0"/>
              <a:t>Erinnerung: Übergang zu Z1a, wenn Minuend (M) &gt; Subtrahend (S), ansonsten Übergang zu Z1b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D42018-CDAD-5C51-5B5E-F315741275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"Z0"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"Einstiegszustand"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ENTRY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transitions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"Z1a"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terms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 &gt; S"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"Z1b"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"Z1a"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 - S"</a:t>
            </a: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"Z1b"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 - M"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CF5853-7510-48BE-5808-64144F30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3F6B-CDC8-4C7E-8834-A22E210046CA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3046F2-0BBD-1C85-0ACF-D7CC4583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7C70E5-14C3-B871-2501-3ED515B8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39</a:t>
            </a:fld>
            <a:endParaRPr lang="de-DE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DA6EF7D-5C52-4450-5800-A2FB98F0E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00" y="5668196"/>
            <a:ext cx="5832000" cy="360000"/>
          </a:xfrm>
        </p:spPr>
        <p:txBody>
          <a:bodyPr/>
          <a:lstStyle/>
          <a:p>
            <a:pPr algn="ctr"/>
            <a:r>
              <a:rPr lang="de-DE" b="0" dirty="0"/>
              <a:t>Zustandsgraph in Variante 3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D57C12B-289F-7327-D73A-F0123A14482D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93067"/>
            <a:ext cx="5832475" cy="377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448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2ADEED7C-2D78-78CD-0043-731F8978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5. Lernmodulkonfiguration zusammensetzen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CD6BABC0-3927-279B-2856-5D9AE7305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-server: $</a:t>
            </a:r>
            <a:r>
              <a:rPr lang="de-DE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=../LeMoS-Modul-</a:t>
            </a:r>
            <a:r>
              <a:rPr lang="de-DE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Schema.json</a:t>
            </a:r>
            <a:endParaRPr lang="de-DE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heading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"Subtraktion"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"Minuend minus Subtrahend ergibt die Differenz"</a:t>
            </a:r>
          </a:p>
          <a:p>
            <a:pPr marL="0" indent="0">
              <a:buNone/>
            </a:pP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Weitere konfigurierte Eigenschaften …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"M"</a:t>
            </a:r>
          </a:p>
          <a:p>
            <a:pPr marL="0" indent="0">
              <a:buNone/>
            </a:pP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600" kern="120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</a:t>
            </a:r>
            <a:r>
              <a:rPr lang="de-DE" sz="16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</a:t>
            </a:r>
            <a:r>
              <a:rPr lang="de-DE" sz="1600" kern="12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"Minuend"</a:t>
            </a:r>
            <a:endParaRPr lang="de-DE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Weitere konfigurierte Eigenschaften …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"S"</a:t>
            </a:r>
          </a:p>
          <a:p>
            <a:pPr marL="0" indent="0">
              <a:buNone/>
            </a:pPr>
            <a:r>
              <a:rPr lang="de-DE" sz="1600" kern="12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de-DE" sz="1600" kern="120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</a:t>
            </a:r>
            <a:r>
              <a:rPr lang="de-DE" sz="16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</a:t>
            </a:r>
            <a:r>
              <a:rPr lang="de-DE" sz="1600" kern="12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"Subtrahend"</a:t>
            </a:r>
            <a:endParaRPr lang="de-DE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Weitere konfigurierte Eigenschaften …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"D"</a:t>
            </a:r>
          </a:p>
          <a:p>
            <a:pPr marL="0" indent="0">
              <a:buNone/>
            </a:pPr>
            <a:r>
              <a:rPr lang="de-DE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"Differenz"</a:t>
            </a:r>
          </a:p>
          <a:p>
            <a:pPr marL="0" indent="0">
              <a:buNone/>
            </a:pPr>
            <a:r>
              <a:rPr lang="de-DE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´   # Weitere konfigurierte Eigenschaften …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"Z0"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"Einstiegszustand"</a:t>
            </a:r>
            <a:endParaRPr lang="de-DE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Weitere konfigurierte Eigenschaften …</a:t>
            </a:r>
            <a:endParaRPr lang="de-DE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"Z1"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"Differenz berechnet"</a:t>
            </a:r>
            <a:endParaRPr lang="de-DE" sz="16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Weitere konfigurierte Eigenschaften …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041D0D-3FC3-DA40-CB1C-4040FDC7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0BDD-34F5-4C3A-8795-A74F8E7EA478}" type="datetime1">
              <a:rPr lang="de-DE" smtClean="0"/>
              <a:t>18.02.2026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720AAAA-C0E5-A74E-E83C-1C93AD493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548E4B0-2A20-3F26-3340-BF3702AA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40</a:t>
            </a:fld>
            <a:endParaRPr lang="de-DE"/>
          </a:p>
        </p:txBody>
      </p:sp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C9693ADC-C5BE-A6F9-1F82-706A13B119AD}"/>
              </a:ext>
            </a:extLst>
          </p:cNvPr>
          <p:cNvSpPr txBox="1">
            <a:spLocks/>
          </p:cNvSpPr>
          <p:nvPr/>
        </p:nvSpPr>
        <p:spPr>
          <a:xfrm>
            <a:off x="6840000" y="6120000"/>
            <a:ext cx="5220000" cy="360000"/>
          </a:xfrm>
          <a:prstGeom prst="rect">
            <a:avLst/>
          </a:prstGeom>
        </p:spPr>
        <p:txBody>
          <a:bodyPr anchor="b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809625" algn="l"/>
              </a:tabLst>
            </a:pPr>
            <a:r>
              <a:rPr lang="de-DE" sz="1600" dirty="0"/>
              <a:t>Hinweis:	die vollständige Konfiguration kann in der 	Datei "</a:t>
            </a:r>
            <a:r>
              <a:rPr lang="de-DE" sz="1600" dirty="0" err="1"/>
              <a:t>Subtraktion.yaml</a:t>
            </a:r>
            <a:r>
              <a:rPr lang="de-DE" sz="1600" dirty="0"/>
              <a:t>" eingesehen werden.</a:t>
            </a:r>
          </a:p>
        </p:txBody>
      </p:sp>
    </p:spTree>
    <p:extLst>
      <p:ext uri="{BB962C8B-B14F-4D97-AF65-F5344CB8AC3E}">
        <p14:creationId xmlns:p14="http://schemas.microsoft.com/office/powerpoint/2010/main" val="3227726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B314-ADF2-6DC5-FC2C-C0F235E8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C542FC-5BA6-4188-2C09-989B9617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Schritte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B65A14-E612-DF16-63BB-123E7EF6E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Szenariokonfiguration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29093D-A709-F713-E663-FAC7C627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5A5F-A97F-44FE-96B0-0B2E18D7F32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B296F4-B15B-0AC0-2157-60955544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A66815-3275-B199-1442-E0149874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1928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51E4D09-B75D-0730-1140-0B113127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1. Unterordner anlegen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13DCF10-40A1-AB8D-1D05-F56CA2495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Szenarien müssen im Unterordner "</a:t>
            </a:r>
            <a:r>
              <a:rPr lang="de-DE" dirty="0" err="1"/>
              <a:t>scenarios</a:t>
            </a:r>
            <a:r>
              <a:rPr lang="de-DE" dirty="0"/>
              <a:t>" abgelegt werden</a:t>
            </a:r>
          </a:p>
          <a:p>
            <a:r>
              <a:rPr lang="de-DE" dirty="0"/>
              <a:t>Beispiel:</a:t>
            </a:r>
          </a:p>
          <a:p>
            <a:pPr lvl="1"/>
            <a:r>
              <a:rPr lang="de-DE" dirty="0"/>
              <a:t>Pfad der Lernmodulkonfiguration: /Lernmodule/Subtraktion/</a:t>
            </a:r>
            <a:r>
              <a:rPr lang="de-DE" dirty="0" err="1"/>
              <a:t>Subtraktion.yaml</a:t>
            </a:r>
            <a:endParaRPr lang="de-DE" dirty="0"/>
          </a:p>
          <a:p>
            <a:pPr lvl="1"/>
            <a:r>
              <a:rPr lang="de-DE" dirty="0"/>
              <a:t>Pfad des Unterordners: /Lernmodule/Subtraktion/</a:t>
            </a:r>
            <a:r>
              <a:rPr lang="de-DE" dirty="0" err="1"/>
              <a:t>scenarios</a:t>
            </a:r>
            <a:endParaRPr lang="de-DE" dirty="0"/>
          </a:p>
          <a:p>
            <a:pPr lvl="1"/>
            <a:r>
              <a:rPr lang="de-DE" dirty="0"/>
              <a:t>Pfad eines Szenarios: /Lernmodule/Subtraktion/</a:t>
            </a:r>
            <a:r>
              <a:rPr lang="de-DE" dirty="0" err="1"/>
              <a:t>scenarios</a:t>
            </a:r>
            <a:r>
              <a:rPr lang="de-DE" dirty="0"/>
              <a:t>/Subtraktion-S1.yaml</a:t>
            </a:r>
          </a:p>
          <a:p>
            <a:r>
              <a:rPr lang="de-DE" dirty="0"/>
              <a:t>Hinweis: jedes Szenario wird in einer eigenen Datei beschrieben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B2215-6DEF-0421-FFF3-6E6CF8C0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53B4C-144C-4867-BA8A-76CF5367E127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4AD4BA-0275-2249-F137-A675DB9D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111A26-6063-9C9D-5CA3-BD0890E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0400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2E61-F3AA-6910-F31C-792B7BA4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4ECCB8A9-46EA-F9E6-3DB2-009C1FD3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2. Grundstruktur mit Schema definieren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949CFB8-DF05-6AEA-B666-728E026D9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1260000"/>
            <a:ext cx="11880000" cy="208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-server: $</a:t>
            </a:r>
            <a:r>
              <a:rPr lang="de-DE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de-DE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buNone/>
            </a:pPr>
            <a:r>
              <a:rPr lang="de-DE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scenario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DB60038A-6BE0-9A32-32CD-EE2476468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4212000"/>
            <a:ext cx="11880000" cy="1728000"/>
          </a:xfrm>
        </p:spPr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-server: $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=../../LeMoS-Szenario-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Schema.json</a:t>
            </a:r>
            <a:endParaRPr lang="de-DE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scenario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E70507-4F6C-99ED-7AA0-E6DA8728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593A-B860-4E15-B4DC-83F853B45AE2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D936DA-881A-6127-53DF-0244455C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C858D4-A732-3C61-1EA0-9A1C671C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43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3B464BB-F996-EBFB-4486-EDA0B0E9CC7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Grundstruktur für jedes Szenario: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00DD2B3-6FA0-0EFA-C62B-4EF8B46A5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0000" y="3492000"/>
            <a:ext cx="11880000" cy="720000"/>
          </a:xfrm>
        </p:spPr>
        <p:txBody>
          <a:bodyPr/>
          <a:lstStyle/>
          <a:p>
            <a:r>
              <a:rPr lang="de-DE" dirty="0"/>
              <a:t>Ergänzen des Pfads zum Schema für Szenariokonfigurationen des LeMoS:</a:t>
            </a:r>
            <a:br>
              <a:rPr lang="de-DE" dirty="0"/>
            </a:br>
            <a:r>
              <a:rPr lang="de-DE" dirty="0"/>
              <a:t>(Beispiel: Schema erreichbar mittels ../../LeMoS-Szenario-</a:t>
            </a:r>
            <a:r>
              <a:rPr lang="de-DE" dirty="0" err="1"/>
              <a:t>Schema.json</a:t>
            </a:r>
            <a:r>
              <a:rPr lang="de-DE" dirty="0"/>
              <a:t>)</a:t>
            </a:r>
          </a:p>
        </p:txBody>
      </p:sp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AD5A9812-76FA-4FCB-E543-9E2AA4C633E1}"/>
              </a:ext>
            </a:extLst>
          </p:cNvPr>
          <p:cNvSpPr txBox="1">
            <a:spLocks/>
          </p:cNvSpPr>
          <p:nvPr/>
        </p:nvSpPr>
        <p:spPr>
          <a:xfrm>
            <a:off x="179388" y="5940000"/>
            <a:ext cx="11880850" cy="36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Hinweis: die Szenario-Konfiguration ist in der Datei "Subtraktion-S1.yaml" gespeichert.</a:t>
            </a:r>
          </a:p>
        </p:txBody>
      </p:sp>
    </p:spTree>
    <p:extLst>
      <p:ext uri="{BB962C8B-B14F-4D97-AF65-F5344CB8AC3E}">
        <p14:creationId xmlns:p14="http://schemas.microsoft.com/office/powerpoint/2010/main" val="11407542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0698-DE51-C95E-19FA-1F817C0A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A45BDFD-3D67-E7CA-1A06-0A04F429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3. Szenario definieren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10872BA-C05F-EB6A-698A-F7EEA5BBE8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Erforderliche Attribute: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id</a:t>
            </a:r>
            <a:r>
              <a:rPr lang="de-DE" dirty="0"/>
              <a:t>: eindeutige Bezeichnung des Szenarios, unter dem es im Lernmodul referenziert werden soll (Bsp.: S1)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initialization</a:t>
            </a:r>
            <a:r>
              <a:rPr lang="de-DE" dirty="0"/>
              <a:t>: Operationen die zum Initialisieren des Szenarios durchzuführen sind</a:t>
            </a:r>
            <a:br>
              <a:rPr lang="de-DE" dirty="0"/>
            </a:br>
            <a:r>
              <a:rPr lang="de-DE" dirty="0"/>
              <a:t>(Bsp.: Minuend (M) auf den Wert 7 und Subtrahend (S) auf den Wert 5 setzen, die Differenz (D) wird vom Lernmodul berechnet und daher nicht im Voraus definiert, das Differenz-Feld bleibt somit leer)</a:t>
            </a:r>
          </a:p>
          <a:p>
            <a:pPr>
              <a:buClr>
                <a:schemeClr val="tx1"/>
              </a:buClr>
            </a:pPr>
            <a:r>
              <a:rPr lang="de-DE" dirty="0"/>
              <a:t>Empfohlene Attribute: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name</a:t>
            </a:r>
            <a:r>
              <a:rPr lang="de-DE" dirty="0"/>
              <a:t>: Anzeigename des Szenarios in der Szenarioauswahl (Bsp.: Szenario 1)</a:t>
            </a:r>
          </a:p>
          <a:p>
            <a:pPr lvl="1">
              <a:buClr>
                <a:schemeClr val="tx1"/>
              </a:buClr>
            </a:pPr>
            <a:r>
              <a:rPr lang="de-DE" dirty="0" err="1">
                <a:solidFill>
                  <a:srgbClr val="0070C0"/>
                </a:solidFill>
              </a:rPr>
              <a:t>explanation</a:t>
            </a:r>
            <a:r>
              <a:rPr lang="de-DE" dirty="0"/>
              <a:t>: Erklärungen zum Szenario (Bsp.: Sieben minus Fünf)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85C653-86A3-8F7D-8719-C56642B34C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scenario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"Szenario 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"Sieben minus Fünf"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7"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5"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8CE6A-4A08-A6C3-A02D-E3327FC6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822C4-3F06-421D-8BEC-43211CA29F85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99376-BC97-7744-1F5A-287582CF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03E051-FBEF-19CC-1A3A-7D05C52A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952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B00E-BEBD-B797-9B46-8CB074F00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82CB023-388E-43C6-6544-669390A3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4. Szenariokonfiguration zusammensetzen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7F1BA26-0745-5D8E-AC7F-18313CD19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000" y="900000"/>
            <a:ext cx="1188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yaml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-server: $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=../../LeMoS-Szenario-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Schema.json</a:t>
            </a:r>
            <a:endParaRPr lang="de-DE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scenario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"Szenario 1"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explanation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"Sieben minus Fünf"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initialization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7"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S.value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5"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7D7A23-7FD3-16A6-3C7C-36AFF339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C769-1966-42AD-86BF-4DBD74B8E19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B9515C-E3B2-891C-DA1E-F13071747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220CB0-08F3-D12D-641E-5E4F50E8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45</a:t>
            </a:fld>
            <a:endParaRPr lang="de-DE"/>
          </a:p>
        </p:txBody>
      </p:sp>
      <p:sp>
        <p:nvSpPr>
          <p:cNvPr id="3" name="Inhaltsplatzhalter 6">
            <a:extLst>
              <a:ext uri="{FF2B5EF4-FFF2-40B4-BE49-F238E27FC236}">
                <a16:creationId xmlns:a16="http://schemas.microsoft.com/office/drawing/2014/main" id="{98C5BBE4-ECFF-146C-7AC2-499C0656D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388" y="5940000"/>
            <a:ext cx="11880850" cy="360000"/>
          </a:xfrm>
        </p:spPr>
        <p:txBody>
          <a:bodyPr anchor="b">
            <a:noAutofit/>
          </a:bodyPr>
          <a:lstStyle/>
          <a:p>
            <a:pPr marL="0" indent="0">
              <a:buNone/>
            </a:pPr>
            <a:r>
              <a:rPr lang="de-DE" dirty="0"/>
              <a:t>Hinweis: die Szenario-Konfiguration ist in der Datei "Subtraktion-S1.yaml" gespeichert.</a:t>
            </a:r>
          </a:p>
        </p:txBody>
      </p:sp>
    </p:spTree>
    <p:extLst>
      <p:ext uri="{BB962C8B-B14F-4D97-AF65-F5344CB8AC3E}">
        <p14:creationId xmlns:p14="http://schemas.microsoft.com/office/powerpoint/2010/main" val="11401177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2AA0-9F80-CEFC-35EE-DACC3025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C794C61-B1A9-6973-B080-90A031BC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5. Gesamtergebnis betrachten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C6C898-8D30-BE9A-50C2-23F0538C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64110-5136-408C-BEB5-AD8962007820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571574-3F0E-A801-9194-2AF9FA254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C2AB56-4E06-E2E2-740F-E3A7FCDF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46</a:t>
            </a:fld>
            <a:endParaRPr lang="de-DE"/>
          </a:p>
        </p:txBody>
      </p:sp>
      <p:pic>
        <p:nvPicPr>
          <p:cNvPr id="13" name="Inhaltsplatzhalter 9">
            <a:extLst>
              <a:ext uri="{FF2B5EF4-FFF2-40B4-BE49-F238E27FC236}">
                <a16:creationId xmlns:a16="http://schemas.microsoft.com/office/drawing/2014/main" id="{18BCC815-3F69-2E9F-ADCA-FC2403515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9" t="11261" r="544" b="592"/>
          <a:stretch>
            <a:fillRect/>
          </a:stretch>
        </p:blipFill>
        <p:spPr>
          <a:xfrm>
            <a:off x="3248385" y="900113"/>
            <a:ext cx="5742855" cy="5400675"/>
          </a:xfrm>
        </p:spPr>
      </p:pic>
    </p:spTree>
    <p:extLst>
      <p:ext uri="{BB962C8B-B14F-4D97-AF65-F5344CB8AC3E}">
        <p14:creationId xmlns:p14="http://schemas.microsoft.com/office/powerpoint/2010/main" val="3863021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04078-413F-B763-B9C9-103E48E8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FFA5B-390A-E842-5A04-799743C75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de-DE" dirty="0"/>
              <a:t>– LeMoS –</a:t>
            </a:r>
            <a:br>
              <a:rPr lang="de-DE" dirty="0"/>
            </a:br>
            <a:r>
              <a:rPr lang="de-DE" dirty="0"/>
              <a:t>Modellierungssprache</a:t>
            </a:r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4834DC8A-D388-4466-13FF-CA638EE10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1DF5D2-4E3A-7521-A9DE-BC413A8249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13ED3F01-6433-4FDD-A033-8836A175EC6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D584AB-D811-BCB9-7B52-AAFAFB05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422590-510E-1FA6-0CF9-30CF85FA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01003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E81EE-C19B-9A96-558D-82C094A9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Grundlegende Struktur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337FEC-74A3-C511-FD57-1E7542C4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9846-871A-465C-B8B6-5AE9A9A5D4A0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7CD39-3599-4B10-AD57-CCB74242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4BFD4A-8072-0BC0-F1CE-B9F9DE98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48</a:t>
            </a:fld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E380C48-CF0B-0E48-2DDE-1492BF031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998" y="900000"/>
            <a:ext cx="3420000" cy="54000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Legende:</a:t>
            </a:r>
          </a:p>
          <a:p>
            <a:r>
              <a:rPr lang="de-DE" dirty="0"/>
              <a:t>'#' = Erforderliches Attribut</a:t>
            </a:r>
          </a:p>
          <a:p>
            <a:r>
              <a:rPr lang="de-DE" dirty="0"/>
              <a:t>'+‘ = Optionales Attribut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B9EA845-8B82-284E-7CDC-4959C3319F6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709" y="179388"/>
            <a:ext cx="6508769" cy="612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4915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C3A9-5046-6758-5F56-6173460A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613CA-606F-0C73-D816-FE721D45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Modellierungssprache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70840C-5B2D-57CC-4AD5-14993B734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Mehrfach genutzte Objekte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EB7EC8-BE80-F33A-322A-77D0CDF8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04E1-9D0F-45D8-AF3B-48DCB65D2EA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F57673-5F2B-DBF6-AE9F-8C6419CFE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161F2D-312F-4F81-804D-64BB072C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08736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E81EE-C19B-9A96-558D-82C094A97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 err="1"/>
              <a:t>LearningModule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0445AEF2-C8A9-47CA-5DE4-E591F45577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7" y="900113"/>
          <a:ext cx="1188085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78950669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GeneralData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Allgemeine Angaben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fields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List&lt;Field&gt;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Ein-/Ausgabefelder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states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List&lt;State&gt;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Zustandsgraph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3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scenarios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List&lt;Scenario&gt;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Beispielwerte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15472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337FEC-74A3-C511-FD57-1E7542C4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C944B186-1297-42F1-9BB3-CD35925ABE1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7CD39-3599-4B10-AD57-CCB74242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4BFD4A-8072-0BC0-F1CE-B9F9DE98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656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318D-30F4-D373-C9AE-E9CCBF33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3A441-1414-95D6-D29E-FB415077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Condition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83A770C-15AD-69AE-0A9F-9352A7D40B6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68385813"/>
              </p:ext>
            </p:extLst>
          </p:nvPr>
        </p:nvGraphicFramePr>
        <p:xfrm>
          <a:off x="179388" y="900113"/>
          <a:ext cx="11880850" cy="1529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796121987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 kern="1200" dirty="0">
                          <a:solidFill>
                            <a:schemeClr val="lt1"/>
                          </a:solidFill>
                          <a:effectLst/>
                        </a:rPr>
                        <a:t>Beschreibung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errorMessage</a:t>
                      </a: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*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Fehlermeldung, falls </a:t>
                      </a:r>
                      <a:r>
                        <a:rPr lang="de-DE" sz="1600" dirty="0"/>
                        <a:t>Bedingung</a:t>
                      </a:r>
                      <a:r>
                        <a:rPr lang="de-DE" sz="1600" noProof="0" dirty="0"/>
                        <a:t> nicht erfüllt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Nein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Leere Zeichenkette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600" dirty="0">
                          <a:latin typeface="+mn-lt"/>
                        </a:rPr>
                        <a:t>(keine Fehlermeldung)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</a:rPr>
                        <a:t>terms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List&lt;Operation&gt;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Zu erfüllende Teilbedingungen</a:t>
                      </a:r>
                      <a:endParaRPr lang="de-DE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Keiner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5655D96-B33A-09B3-1640-43AFD5A16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429193"/>
            <a:ext cx="11880000" cy="3870807"/>
          </a:xfrm>
        </p:spPr>
        <p:txBody>
          <a:bodyPr/>
          <a:lstStyle/>
          <a:p>
            <a:pPr marL="0" indent="0">
              <a:buNone/>
              <a:tabLst>
                <a:tab pos="179388" algn="l"/>
              </a:tabLst>
            </a:pPr>
            <a:r>
              <a:rPr lang="de-DE" sz="1600" dirty="0"/>
              <a:t>*:	um Anweisungen in die Nachricht aufzunehmen, kann die ${}-Syntax von JavaScript verwendet werden,</a:t>
            </a:r>
            <a:br>
              <a:rPr lang="de-DE" sz="1600" dirty="0"/>
            </a:br>
            <a:r>
              <a:rPr lang="de-DE" sz="1600" dirty="0"/>
              <a:t>	Beispiel einer Konfigurationszeile: </a:t>
            </a:r>
            <a:r>
              <a:rPr lang="de-DE" sz="1600" i="1" dirty="0" err="1"/>
              <a:t>errorMessage</a:t>
            </a:r>
            <a:r>
              <a:rPr lang="de-DE" sz="1600" i="1" dirty="0"/>
              <a:t>: Der Inhalt des Felds lautet ${</a:t>
            </a:r>
            <a:r>
              <a:rPr lang="de-DE" sz="1600" i="1" dirty="0" err="1"/>
              <a:t>feld.getValue</a:t>
            </a:r>
            <a:r>
              <a:rPr lang="de-DE" sz="1600" i="1" dirty="0"/>
              <a:t>()}, sollte aber … lauten.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DA9C05-AB9D-C1BE-F326-08B83B53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7896-B27C-486D-8FCE-AA2E4C341E9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A226F8-E2A6-511C-A041-4894F80D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02D0E4-E51E-66B1-88AC-CF0851A8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01056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60BB-A82F-2CA2-92FB-3E55CBB3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44644-C53D-C591-CF4A-B3FB4FAC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Operation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042816A7-7D72-78C8-6369-9DD81DF6BE0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1681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848650235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 kern="1200" dirty="0">
                          <a:solidFill>
                            <a:schemeClr val="lt1"/>
                          </a:solidFill>
                          <a:effectLst/>
                        </a:rPr>
                        <a:t>Beschreibung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Keiner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Einzelner Befehl in JavaScript-Syntax (kann Felder, System- und Spezialfunktionen nutzen)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4450CA-924F-4DE0-6F47-68044C1FD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581593"/>
            <a:ext cx="11880000" cy="3718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Hinweis: als Fluchtzeichen müssen statt einem einzelnen Rück-Schrägstrich (\) zwei Rück-Schrägstriche verwendet werden (\\)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8F42A9-C2E2-04E8-7C37-3CF42ABAF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627C3-0ECD-4130-9524-E03BCAC615CA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E66C20-A0CF-C9B9-4F78-8F92FA06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71C1A4-0147-03A4-E5E2-044D3918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4371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F7E49-541F-168E-4B95-3D24555A4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CC043-7B1F-8D1C-8F78-7E070ABB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Modellierungssprache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2E036C-F08C-D4F5-8012-D5575EE9F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Objekte für allgemeine Angaben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110AF1-8658-7123-18F3-146ED84C0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F103C-1D90-47CB-A597-BDFAE0B86E40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41F78F-C1A3-D5A7-F6AE-162312DE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36D734-0822-B616-FB83-3BCC401A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8471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D0E8-E814-4471-5AC1-868777A6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F5082A-3A76-BDEE-641D-0957D8FA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 err="1"/>
              <a:t>GeneralData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992B273F-4403-EAB2-53C6-64DF9E9237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5537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9832099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heading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String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Überschrift des Lernmoduls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explanation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String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Erläuterungen zum Lerninhalt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sources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List&lt;String&gt;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Quellen zur weiteren Recherche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3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contacts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List&lt;Contact&gt;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Ansprechpartner für Fragen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15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settings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Settings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Einstellungen des Lernmoduls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Siehe </a:t>
                      </a:r>
                      <a:r>
                        <a:rPr lang="en-US" sz="1600" dirty="0"/>
                        <a:t>Settings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24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logger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Logger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Einstellungen der Protokollierung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Siehe Logger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49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List&lt;Variable&gt;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Globale Variablen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476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List&lt;Function&gt;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Spezialfunktionen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37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imports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List&lt;Import&gt;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Zusätzliche Bibliotheken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Nein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64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List&lt;Resource&gt;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Ressourcen für Infofelder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Nein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04969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30D072-6BBB-A70E-7517-077A9AFF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30DD7486-5D6F-41DE-BFB8-C83E83AF1642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561D99-8530-FF48-BAAC-35696A3A1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E9ACEE-5B62-8C45-2741-8D6C5AC8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51847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471B-D725-0567-4438-22209820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15AAC-E3F2-4094-C981-FFBED778F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Contact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01C128A-EF8F-461C-863F-2B762AF696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2631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51723691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name</a:t>
                      </a:r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String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Name des Kontakts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97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purpose</a:t>
                      </a:r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String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Zuständigkeit des Kontakts (für welche Fragen)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930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data</a:t>
                      </a:r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Map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</a:rPr>
                        <a:t>&lt;String, String&gt;</a:t>
                      </a:r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Beliebige Kontaktangaben (Ansprechpartner, </a:t>
                      </a:r>
                      <a:br>
                        <a:rPr lang="de-DE" sz="1600" noProof="0" dirty="0"/>
                      </a:br>
                      <a:r>
                        <a:rPr lang="de-DE" sz="1600" noProof="0" dirty="0"/>
                        <a:t>E-Mail-Adresse, 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Tabelle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6516CD-95A1-82BA-27D7-569E865B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DD94FF7A-451B-42A6-8F3A-DB186BB9990C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6B7962-AC26-B87C-9D13-2A77B110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9F4056-D31E-CBF4-6410-1A3F13B0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6368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85514-5A73-E161-DE48-EE5CE10E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5C65E-81C9-8FC9-5248-9CCE78DB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Settings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4B0EA0AB-89E3-C8A5-D553-573DC9D03A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21624729"/>
              </p:ext>
            </p:extLst>
          </p:nvPr>
        </p:nvGraphicFramePr>
        <p:xfrm>
          <a:off x="179388" y="900113"/>
          <a:ext cx="11880850" cy="2931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108119589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lemosVersion</a:t>
                      </a: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*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String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Erwartete Version des LeMoS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Leere Zeichenkette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(aktuelle Version)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04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showFieldIDs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IDs der Felder zusätzlich zu ihrem Namen anzeigen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False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numberedOutput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Ausgaben im Protokoll-feld nummerieren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False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614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differentStepSizes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Verschiedene Schritt-weiten freischalten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139775-FE59-1039-F41E-96F5ED864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3831273"/>
            <a:ext cx="11880000" cy="246872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79388" algn="l"/>
              </a:tabLst>
            </a:pPr>
            <a:r>
              <a:rPr lang="de-DE" sz="1600" dirty="0"/>
              <a:t>*: Dient der Überprüfung, ob die Konfiguration mit der verwendeten LeMoS-Version kompatibel ist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B5A93-3294-92F5-CE7E-C78C89AA9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642F-66EA-4782-967A-EC5EE8CE172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985FE-CDF2-B790-5821-6DAB3E2F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01221-57FB-C7F5-406F-75D74942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6285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D17A-DE9A-37F3-EEC5-B1B6717E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AD337-261D-7329-E2AD-71CFE764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dirty="0"/>
              <a:t>Logger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77E9BC55-D25B-E57F-5B9E-2C92E22101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7" y="900113"/>
          <a:ext cx="11880850" cy="1899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108119589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hidden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Boolean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Protokollierungsfeld ausblenden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False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04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minWidth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Minimale Zeichenanzahl pro Zeile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minHeight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Minimale Zeilenanzahl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074730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C6C336-95CD-3E13-C144-701D8993C1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A372AFA5-5B4C-46A7-8EB5-ED4A242F607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5319B6-DD63-2B5C-88C5-51E39493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7D6E94-F444-9319-091D-AEF24319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08336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0364-CE94-8687-C28B-2EC0F360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1FA25-3110-0D7F-9E21-A4B6AC48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Variable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B372B2E6-1D43-E17A-B774-B5D1BF7DF56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52057396"/>
              </p:ext>
            </p:extLst>
          </p:nvPr>
        </p:nvGraphicFramePr>
        <p:xfrm>
          <a:off x="179388" y="900113"/>
          <a:ext cx="11880850" cy="2270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108119589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name*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Eindeutiger Name</a:t>
                      </a:r>
                      <a:endParaRPr lang="de-DE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04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value** 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Initialer 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initialisation</a:t>
                      </a:r>
                      <a:r>
                        <a:rPr lang="en-US" sz="1600" noProof="0" dirty="0"/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Initiale Operation, </a:t>
                      </a:r>
                      <a:br>
                        <a:rPr lang="de-DE" sz="1600" noProof="0" dirty="0"/>
                      </a:br>
                      <a:r>
                        <a:rPr lang="de-DE" sz="1600" noProof="0" dirty="0"/>
                        <a:t>Bsp.: </a:t>
                      </a:r>
                      <a:r>
                        <a:rPr lang="en-US" sz="1600" i="1" dirty="0" err="1"/>
                        <a:t>getInitValue</a:t>
                      </a:r>
                      <a:r>
                        <a:rPr lang="de-DE" sz="1600" i="1" noProof="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Leer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isConstant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 dient als Konstante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 err="1"/>
                        <a:t>False</a:t>
                      </a:r>
                      <a:endParaRPr lang="de-DE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985997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03BF59-68C2-3EB3-823A-B9F83C105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3170873"/>
            <a:ext cx="11880000" cy="3129127"/>
          </a:xfrm>
        </p:spPr>
        <p:txBody>
          <a:bodyPr/>
          <a:lstStyle/>
          <a:p>
            <a:pPr marL="0" indent="0">
              <a:buNone/>
              <a:tabLst>
                <a:tab pos="361950" algn="l"/>
              </a:tabLst>
            </a:pPr>
            <a:r>
              <a:rPr lang="de-DE" sz="1600" noProof="0" dirty="0"/>
              <a:t>*:	Muss gültiger JavaScript-Variablenname sein und darf nicht mit einem Unterstrich beginnen</a:t>
            </a:r>
          </a:p>
          <a:p>
            <a:pPr marL="0" indent="0">
              <a:buNone/>
              <a:tabLst>
                <a:tab pos="361950" algn="l"/>
              </a:tabLst>
            </a:pPr>
            <a:r>
              <a:rPr lang="de-DE" sz="1600" dirty="0"/>
              <a:t>*</a:t>
            </a:r>
            <a:r>
              <a:rPr lang="de-DE" sz="1600" noProof="0" dirty="0"/>
              <a:t>*:	Stets als Zeichenkette interpretiert, für andere Datentypen </a:t>
            </a:r>
            <a:r>
              <a:rPr lang="de-DE" sz="1600" dirty="0"/>
              <a:t>sollte </a:t>
            </a:r>
            <a:r>
              <a:rPr lang="en-US" sz="1600" dirty="0" err="1"/>
              <a:t>initialisation</a:t>
            </a:r>
            <a:r>
              <a:rPr lang="de-DE" sz="1600" dirty="0"/>
              <a:t> verwendet werden (Bsp.: </a:t>
            </a:r>
            <a:r>
              <a:rPr lang="en-US" sz="1600" i="1" dirty="0"/>
              <a:t>initialization = 7</a:t>
            </a:r>
            <a:r>
              <a:rPr lang="en-US" sz="1600" dirty="0"/>
              <a:t>)</a:t>
            </a:r>
            <a:endParaRPr lang="de-DE" sz="1600" noProof="0" dirty="0"/>
          </a:p>
          <a:p>
            <a:pPr marL="0" indent="0">
              <a:buNone/>
              <a:tabLst>
                <a:tab pos="361950" algn="l"/>
              </a:tabLst>
            </a:pPr>
            <a:r>
              <a:rPr lang="de-DE" sz="1600" noProof="0" dirty="0"/>
              <a:t>***:	Kombinationen von </a:t>
            </a:r>
            <a:r>
              <a:rPr lang="de-DE" sz="1600" noProof="0" dirty="0" err="1"/>
              <a:t>value</a:t>
            </a:r>
            <a:r>
              <a:rPr lang="de-DE" sz="1600" noProof="0" dirty="0"/>
              <a:t> und </a:t>
            </a:r>
            <a:r>
              <a:rPr lang="de-DE" sz="1600" noProof="0" dirty="0" err="1"/>
              <a:t>initialization</a:t>
            </a:r>
            <a:r>
              <a:rPr lang="de-DE" sz="1600" noProof="0" dirty="0"/>
              <a:t> sind nicht zulässig</a:t>
            </a:r>
            <a:br>
              <a:rPr lang="de-DE" sz="1600" noProof="0" dirty="0"/>
            </a:br>
            <a:r>
              <a:rPr lang="de-DE" sz="1600" noProof="0" dirty="0"/>
              <a:t>	Wenn </a:t>
            </a:r>
            <a:r>
              <a:rPr lang="de-DE" sz="1600" dirty="0" err="1"/>
              <a:t>value</a:t>
            </a:r>
            <a:r>
              <a:rPr lang="de-DE" sz="1600" dirty="0"/>
              <a:t> und </a:t>
            </a:r>
            <a:r>
              <a:rPr lang="de-DE" sz="1600" dirty="0" err="1"/>
              <a:t>initialization</a:t>
            </a:r>
            <a:r>
              <a:rPr lang="de-DE" sz="1600" dirty="0"/>
              <a:t> leer sind, wird die Variable als </a:t>
            </a:r>
            <a:r>
              <a:rPr lang="de-DE" sz="1600" dirty="0" err="1"/>
              <a:t>undefined</a:t>
            </a:r>
            <a:r>
              <a:rPr lang="de-DE" sz="1600" dirty="0"/>
              <a:t> initialisiert</a:t>
            </a:r>
            <a:endParaRPr lang="de-DE" sz="1600" noProof="0" dirty="0"/>
          </a:p>
          <a:p>
            <a:pPr marL="0" indent="0">
              <a:buNone/>
              <a:tabLst>
                <a:tab pos="361950" algn="l"/>
              </a:tabLst>
            </a:pPr>
            <a:r>
              <a:rPr lang="de-DE" sz="1600" noProof="0" dirty="0"/>
              <a:t>	Wenn die Variable als Konstante dient (</a:t>
            </a:r>
            <a:r>
              <a:rPr lang="de-DE" sz="1600" noProof="0" dirty="0" err="1"/>
              <a:t>isConstant</a:t>
            </a:r>
            <a:r>
              <a:rPr lang="de-DE" sz="1600" noProof="0" dirty="0"/>
              <a:t> = </a:t>
            </a:r>
            <a:r>
              <a:rPr lang="de-DE" sz="1600" noProof="0" dirty="0" err="1"/>
              <a:t>true</a:t>
            </a:r>
            <a:r>
              <a:rPr lang="de-DE" sz="1600" noProof="0" dirty="0"/>
              <a:t>), muss entweder </a:t>
            </a:r>
            <a:r>
              <a:rPr lang="de-DE" sz="1600" noProof="0" dirty="0" err="1"/>
              <a:t>value</a:t>
            </a:r>
            <a:r>
              <a:rPr lang="de-DE" sz="1600" noProof="0" dirty="0"/>
              <a:t> oder </a:t>
            </a:r>
            <a:r>
              <a:rPr lang="de-DE" sz="1600" noProof="0" dirty="0" err="1"/>
              <a:t>initialization</a:t>
            </a:r>
            <a:r>
              <a:rPr lang="de-DE" sz="1600" noProof="0" dirty="0"/>
              <a:t> konfiguriert sein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70AEB2-0FB4-2790-2C03-B260BC27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AFE0-25D9-463C-AC99-5731D5DA2721}" type="datetime1">
              <a:rPr lang="de-DE" noProof="0" smtClean="0"/>
              <a:t>18.02.2026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A1DE25-961E-496C-2C14-DA4D89190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065232-A2C9-D3CB-6938-EB31B3BC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noProof="0" smtClean="0"/>
              <a:pPr/>
              <a:t>58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172797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BFA1-1479-0475-1B76-CCFA66B7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EEC803-F967-82AC-C739-461B20DA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17C9574E-3247-87E6-313F-EBD2A30BA65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95240163"/>
              </p:ext>
            </p:extLst>
          </p:nvPr>
        </p:nvGraphicFramePr>
        <p:xfrm>
          <a:off x="179388" y="900113"/>
          <a:ext cx="1188085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108119589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name*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String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Eindeutiger Name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04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List&lt;String&gt;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Parameternamen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implementation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List&lt;Operation&gt;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Implementierung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E7F37A-56C7-896F-C938-22E5AD899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383473"/>
            <a:ext cx="11880000" cy="391652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361950" algn="l"/>
              </a:tabLst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*: Muss gültiger JavaScript-Variablenname sein und darf nicht mit einem Unterstrich beginnen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31A286-0B6A-B686-B984-9F9A2D78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0007-DDE8-4577-9820-D1B08DE24D1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09803E-B7E0-8E9F-853A-581CFC5D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B7788A-2964-3A03-B789-DC13A67F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7866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336A-32D3-E86F-B125-B3BA52F95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8E8A8-CD9C-A39A-DAF4-A93B1C18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2B07583B-716B-3533-EA8C-0F3ADFC08B3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2352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108119589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resource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Resource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ID der Ressource, die importiert werden soll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04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name*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String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Zu importierende Komponente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</a:t>
                      </a:r>
                    </a:p>
                    <a:p>
                      <a:r>
                        <a:rPr lang="de-DE" sz="1600" dirty="0">
                          <a:sym typeface="Wingdings" panose="05000000000000000000" pitchFamily="2" charset="2"/>
                        </a:rPr>
                        <a:t>(Standard-Import)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alias**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String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Bezeichnung unter der die Komponente angesprochen wird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7FDB63-B5A4-AE20-DEFB-EA9CFB1DF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3252153"/>
            <a:ext cx="11880000" cy="3047847"/>
          </a:xfrm>
        </p:spPr>
        <p:txBody>
          <a:bodyPr/>
          <a:lstStyle/>
          <a:p>
            <a:pPr marL="0" indent="0">
              <a:buNone/>
              <a:tabLst>
                <a:tab pos="263525" algn="l"/>
              </a:tabLst>
            </a:pPr>
            <a:r>
              <a:rPr lang="de-DE" sz="1600" dirty="0"/>
              <a:t>*:	</a:t>
            </a:r>
            <a:r>
              <a:rPr lang="de-DE" sz="1600" dirty="0">
                <a:sym typeface="Wingdings" panose="05000000000000000000" pitchFamily="2" charset="2"/>
              </a:rPr>
              <a:t>Standard-Import muss von importierter Ressource via Standard-Export unterstützt werden</a:t>
            </a:r>
            <a:endParaRPr lang="de-DE" sz="1600" dirty="0"/>
          </a:p>
          <a:p>
            <a:pPr marL="0" indent="0">
              <a:buNone/>
              <a:tabLst>
                <a:tab pos="263525" algn="l"/>
              </a:tabLst>
            </a:pPr>
            <a:r>
              <a:rPr lang="de-DE" sz="1600" dirty="0"/>
              <a:t>**:	Muss konfiguriert werden, wenn '</a:t>
            </a:r>
            <a:r>
              <a:rPr lang="de-DE" sz="1600" dirty="0" err="1"/>
              <a:t>name</a:t>
            </a:r>
            <a:r>
              <a:rPr lang="de-DE" sz="1600" dirty="0"/>
              <a:t>‘ den </a:t>
            </a:r>
            <a:r>
              <a:rPr lang="de-DE" sz="1600" dirty="0">
                <a:sym typeface="Wingdings" panose="05000000000000000000" pitchFamily="2" charset="2"/>
              </a:rPr>
              <a:t>Standard-Import referenziert</a:t>
            </a:r>
          </a:p>
          <a:p>
            <a:pPr marL="0" indent="0">
              <a:buNone/>
              <a:tabLst>
                <a:tab pos="263525" algn="l"/>
              </a:tabLst>
            </a:pPr>
            <a:endParaRPr lang="de-DE" sz="1600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263525" algn="l"/>
              </a:tabLst>
            </a:pPr>
            <a:r>
              <a:rPr lang="de-DE" sz="1600" dirty="0">
                <a:sym typeface="Wingdings" panose="05000000000000000000" pitchFamily="2" charset="2"/>
              </a:rPr>
              <a:t>Hinweis: die statischen Systemfunktionen der Klassen Module, Fields, </a:t>
            </a:r>
            <a:r>
              <a:rPr lang="de-DE" sz="1600" dirty="0" err="1">
                <a:sym typeface="Wingdings" panose="05000000000000000000" pitchFamily="2" charset="2"/>
              </a:rPr>
              <a:t>Resource</a:t>
            </a:r>
            <a:r>
              <a:rPr lang="de-DE" sz="1600" dirty="0">
                <a:sym typeface="Wingdings" panose="05000000000000000000" pitchFamily="2" charset="2"/>
              </a:rPr>
              <a:t> und </a:t>
            </a:r>
            <a:r>
              <a:rPr lang="de-DE" sz="1600" dirty="0" err="1">
                <a:sym typeface="Wingdings" panose="05000000000000000000" pitchFamily="2" charset="2"/>
              </a:rPr>
              <a:t>Utils</a:t>
            </a:r>
            <a:r>
              <a:rPr lang="de-DE" sz="1600" dirty="0">
                <a:sym typeface="Wingdings" panose="05000000000000000000" pitchFamily="2" charset="2"/>
              </a:rPr>
              <a:t> müssen bei Bedarf importiert werden:</a:t>
            </a:r>
          </a:p>
          <a:p>
            <a:pPr>
              <a:tabLst>
                <a:tab pos="263525" algn="l"/>
                <a:tab pos="1611313" algn="l"/>
              </a:tabLst>
            </a:pPr>
            <a:r>
              <a:rPr lang="de-DE" sz="1600" dirty="0">
                <a:sym typeface="Wingdings" panose="05000000000000000000" pitchFamily="2" charset="2"/>
              </a:rPr>
              <a:t>Für Module: 	</a:t>
            </a:r>
            <a:r>
              <a:rPr lang="en-US" sz="1600" dirty="0"/>
              <a:t>import Module from "../lib/</a:t>
            </a:r>
            <a:r>
              <a:rPr lang="en-US" sz="1600" dirty="0" err="1"/>
              <a:t>systemFunctions</a:t>
            </a:r>
            <a:r>
              <a:rPr lang="en-US" sz="1600" dirty="0"/>
              <a:t>/Module.js";</a:t>
            </a:r>
            <a:endParaRPr lang="de-DE" sz="1600" dirty="0">
              <a:sym typeface="Wingdings" panose="05000000000000000000" pitchFamily="2" charset="2"/>
            </a:endParaRPr>
          </a:p>
          <a:p>
            <a:pPr>
              <a:tabLst>
                <a:tab pos="263525" algn="l"/>
                <a:tab pos="1611313" algn="l"/>
              </a:tabLst>
            </a:pPr>
            <a:r>
              <a:rPr lang="de-DE" sz="1600" dirty="0">
                <a:sym typeface="Wingdings" panose="05000000000000000000" pitchFamily="2" charset="2"/>
              </a:rPr>
              <a:t>Für Fields: 	</a:t>
            </a:r>
            <a:r>
              <a:rPr lang="en-US" sz="1600" dirty="0"/>
              <a:t>import Fields from "../lib/</a:t>
            </a:r>
            <a:r>
              <a:rPr lang="en-US" sz="1600" dirty="0" err="1"/>
              <a:t>systemFunctions</a:t>
            </a:r>
            <a:r>
              <a:rPr lang="en-US" sz="1600" dirty="0"/>
              <a:t>/Fields.js";</a:t>
            </a:r>
            <a:endParaRPr lang="de-DE" sz="1600" dirty="0">
              <a:sym typeface="Wingdings" panose="05000000000000000000" pitchFamily="2" charset="2"/>
            </a:endParaRPr>
          </a:p>
          <a:p>
            <a:pPr>
              <a:tabLst>
                <a:tab pos="263525" algn="l"/>
                <a:tab pos="1611313" algn="l"/>
              </a:tabLst>
            </a:pPr>
            <a:r>
              <a:rPr lang="de-DE" sz="1600" dirty="0">
                <a:sym typeface="Wingdings" panose="05000000000000000000" pitchFamily="2" charset="2"/>
              </a:rPr>
              <a:t>Für </a:t>
            </a:r>
            <a:r>
              <a:rPr lang="de-DE" sz="1600" dirty="0" err="1">
                <a:sym typeface="Wingdings" panose="05000000000000000000" pitchFamily="2" charset="2"/>
              </a:rPr>
              <a:t>Resource</a:t>
            </a:r>
            <a:r>
              <a:rPr lang="de-DE" sz="1600" dirty="0">
                <a:sym typeface="Wingdings" panose="05000000000000000000" pitchFamily="2" charset="2"/>
              </a:rPr>
              <a:t>: 	</a:t>
            </a:r>
            <a:r>
              <a:rPr lang="en-US" sz="1600" dirty="0"/>
              <a:t>import Resource from "../lib/</a:t>
            </a:r>
            <a:r>
              <a:rPr lang="en-US" sz="1600" dirty="0" err="1"/>
              <a:t>systemFunctions</a:t>
            </a:r>
            <a:r>
              <a:rPr lang="en-US" sz="1600" dirty="0"/>
              <a:t>/Resource.js";</a:t>
            </a:r>
            <a:endParaRPr lang="de-DE" sz="1600" dirty="0">
              <a:sym typeface="Wingdings" panose="05000000000000000000" pitchFamily="2" charset="2"/>
            </a:endParaRPr>
          </a:p>
          <a:p>
            <a:pPr>
              <a:tabLst>
                <a:tab pos="263525" algn="l"/>
                <a:tab pos="1611313" algn="l"/>
              </a:tabLst>
            </a:pPr>
            <a:r>
              <a:rPr lang="de-DE" sz="1600" dirty="0">
                <a:sym typeface="Wingdings" panose="05000000000000000000" pitchFamily="2" charset="2"/>
              </a:rPr>
              <a:t>Für </a:t>
            </a:r>
            <a:r>
              <a:rPr lang="de-DE" sz="1600" dirty="0" err="1">
                <a:sym typeface="Wingdings" panose="05000000000000000000" pitchFamily="2" charset="2"/>
              </a:rPr>
              <a:t>Utils</a:t>
            </a:r>
            <a:r>
              <a:rPr lang="de-DE" sz="1600" dirty="0">
                <a:sym typeface="Wingdings" panose="05000000000000000000" pitchFamily="2" charset="2"/>
              </a:rPr>
              <a:t>: 	</a:t>
            </a:r>
            <a:r>
              <a:rPr lang="en-US" sz="1600" dirty="0"/>
              <a:t>import Utils from "../lib/</a:t>
            </a:r>
            <a:r>
              <a:rPr lang="en-US" sz="1600" dirty="0" err="1"/>
              <a:t>systemFunctions</a:t>
            </a:r>
            <a:r>
              <a:rPr lang="en-US" sz="1600" dirty="0"/>
              <a:t>/Utils.js";</a:t>
            </a:r>
            <a:endParaRPr lang="de-DE" sz="1600" dirty="0">
              <a:sym typeface="Wingdings" panose="05000000000000000000" pitchFamily="2" charset="2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C1D3C2-EA2A-33CA-2484-BA17EE3F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46C11-46B9-4A5D-B92C-C4186CD90996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8D4652-44DE-A162-9714-BF1B7D6B8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04F458-FEC0-2BEF-A4E8-25880DEC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78968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BD01-A934-AB05-6FE7-AD6C3A39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E5E386-27AA-8D32-EC6A-0FB2C335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7D479384-670E-4868-B4DD-B35FB9CA6E7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1899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108119589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String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Eindeutige Identifikation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04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URL oder Pfad zur Ressource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isExternal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Ressource ist nicht im Lernmodul abgelegt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False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BA8287-124B-C373-A72A-9E868885A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800033"/>
            <a:ext cx="11880000" cy="349996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168400" algn="l"/>
              </a:tabLst>
            </a:pPr>
            <a:r>
              <a:rPr lang="de-DE" sz="1600" dirty="0"/>
              <a:t>Hinweise:</a:t>
            </a:r>
          </a:p>
          <a:p>
            <a:pPr>
              <a:tabLst>
                <a:tab pos="1168400" algn="l"/>
              </a:tabLst>
            </a:pPr>
            <a:r>
              <a:rPr lang="de-DE" sz="1600" dirty="0"/>
              <a:t>Lokale Ressourcen sind als Dateien im Unterordner „</a:t>
            </a:r>
            <a:r>
              <a:rPr lang="en-US" sz="1600" dirty="0"/>
              <a:t>resources</a:t>
            </a:r>
            <a:r>
              <a:rPr lang="de-DE" sz="1600" dirty="0"/>
              <a:t>" des Lernmoduls abzulegen</a:t>
            </a:r>
          </a:p>
          <a:p>
            <a:pPr>
              <a:tabLst>
                <a:tab pos="1168400" algn="l"/>
              </a:tabLst>
            </a:pPr>
            <a:r>
              <a:rPr lang="de-DE" sz="1600" dirty="0"/>
              <a:t>Der Pfad zu einer lokalen Ressource beginnt im </a:t>
            </a:r>
            <a:r>
              <a:rPr lang="de-DE" sz="1600" dirty="0" err="1"/>
              <a:t>resources</a:t>
            </a:r>
            <a:r>
              <a:rPr lang="de-DE" sz="1600" dirty="0"/>
              <a:t>-Ordner, Beispiel: </a:t>
            </a:r>
          </a:p>
          <a:p>
            <a:pPr lvl="1">
              <a:tabLst>
                <a:tab pos="1168400" algn="l"/>
              </a:tabLst>
            </a:pPr>
            <a:r>
              <a:rPr lang="de-DE" sz="1600" dirty="0"/>
              <a:t>Ressource in Lernmodulordner/</a:t>
            </a:r>
            <a:r>
              <a:rPr lang="de-DE" sz="1600" dirty="0" err="1"/>
              <a:t>resources</a:t>
            </a:r>
            <a:r>
              <a:rPr lang="de-DE" sz="1600" dirty="0"/>
              <a:t>/</a:t>
            </a:r>
            <a:r>
              <a:rPr lang="de-DE" sz="1600" dirty="0" err="1"/>
              <a:t>example</a:t>
            </a:r>
            <a:r>
              <a:rPr lang="de-DE" sz="1600" dirty="0"/>
              <a:t>/example.js</a:t>
            </a:r>
          </a:p>
          <a:p>
            <a:pPr lvl="1">
              <a:tabLst>
                <a:tab pos="1168400" algn="l"/>
              </a:tabLst>
            </a:pPr>
            <a:r>
              <a:rPr lang="de-DE" sz="1600" dirty="0"/>
              <a:t>Anzugebender Pfad: </a:t>
            </a:r>
            <a:r>
              <a:rPr lang="de-DE" sz="1600" dirty="0" err="1"/>
              <a:t>example</a:t>
            </a:r>
            <a:r>
              <a:rPr lang="de-DE" sz="1600" dirty="0"/>
              <a:t>/example.js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23E65D-644E-F162-3FBB-B165961D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E425-E4A0-415D-9D3D-ABE4645AC6F0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3DDA7A-21FD-6659-5774-3780E63C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CFF17E-9D4A-55E4-E11D-FE758965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7900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92CE-C335-C5C6-8A40-B98D0236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75BA4-9772-C0A9-5818-6083853F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Modellierungssprache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4128F4-DB6F-8FA3-ACED-46647B17D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Objekte für Felder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DC716F-9B39-A48B-E756-267263EC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05CFB-42EF-47B3-A0F6-CF275945F70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735C2E-6D61-36C7-DD6A-29382C5B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3D9E22-22D0-BF1F-D649-9ED04E6C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1579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66B6-C017-4355-280D-1FAA0A92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8E54E-07B7-5893-1F26-0985D5895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Field (1/2)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5410A3D6-4413-BB2E-2453-BE1542B3F8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630936"/>
              </p:ext>
            </p:extLst>
          </p:nvPr>
        </p:nvGraphicFramePr>
        <p:xfrm>
          <a:off x="179388" y="900113"/>
          <a:ext cx="11880850" cy="417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307422959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Eindeutige Identifikation, z.B. </a:t>
                      </a:r>
                      <a:r>
                        <a:rPr lang="de-DE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Anzeigename, z.B. 'Länge'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Wert von '</a:t>
                      </a:r>
                      <a:r>
                        <a:rPr lang="de-DE" sz="1600" dirty="0" err="1">
                          <a:latin typeface="+mn-lt"/>
                        </a:rPr>
                        <a:t>id</a:t>
                      </a:r>
                      <a:r>
                        <a:rPr lang="de-DE" sz="1600" dirty="0">
                          <a:latin typeface="+mn-lt"/>
                        </a:rPr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explanation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Zusätzliche Erläuterungen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3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>
                          <a:latin typeface="+mn-lt"/>
                        </a:rPr>
                        <a:t>FieldType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Eingabeart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Ja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24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usage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>
                          <a:latin typeface="+mn-lt"/>
                        </a:rPr>
                        <a:t>FieldUsage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Verwendungsart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15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style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Rasterbasierte Position und Größe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Leerer Style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97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hidden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Feld ausblenden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+mn-lt"/>
                        </a:rPr>
                        <a:t>False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9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highlighted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Feld hervorheben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+mn-lt"/>
                        </a:rPr>
                        <a:t>False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57963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38D45C-9E7E-D9F1-EA38-BB3732EA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6AFF-1B02-4C0E-9C80-073571C0842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6CA89A-3527-D50E-674C-F2ED63FF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29BE32-8C4F-F3D9-CE7C-86CD5FDB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4681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685A-282F-3CC7-5D40-78E8FA89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408FF5-65E8-9CD3-D6A6-9D5685B1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Field (2/2)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60825FBA-07BE-6CD4-C5C2-8C390D9B7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034429"/>
              </p:ext>
            </p:extLst>
          </p:nvPr>
        </p:nvGraphicFramePr>
        <p:xfrm>
          <a:off x="179388" y="900113"/>
          <a:ext cx="11880850" cy="247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307422959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>
                          <a:latin typeface="+mn-lt"/>
                        </a:rPr>
                        <a:t>allowEmpty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Leere Eingaben erlauben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+mn-lt"/>
                        </a:rPr>
                        <a:t>False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83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datatype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>
                          <a:latin typeface="+mn-lt"/>
                        </a:rPr>
                        <a:t>FieldDatatype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Datentyp der Eingaben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89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restrictions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List&lt;Condition&gt;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Weitere Anforderungen an die Eingaben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5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reactions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List&lt;Operation&gt;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Reaktionen bei Änderung der Eingabe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418420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C8361F-D220-5110-286C-EE38989E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D6AFF-1B02-4C0E-9C80-073571C0842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EAC555-F45C-570D-2DED-FB660BCDD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E2A733-FA3C-6985-ED4F-3650FFE9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2287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8EDF-6E48-D4CF-7ACE-E726743E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65CCB6-FAC6-1C24-6071-62F12281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Field – </a:t>
            </a:r>
            <a:r>
              <a:rPr lang="de-DE" noProof="0" dirty="0"/>
              <a:t>Hinweise zu Attributen </a:t>
            </a:r>
            <a:r>
              <a:rPr lang="en-US" dirty="0"/>
              <a:t>(1/2)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BBD7E5DB-62D6-AAA8-CD48-3450C0CCBE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95380"/>
              </p:ext>
            </p:extLst>
          </p:nvPr>
        </p:nvGraphicFramePr>
        <p:xfrm>
          <a:off x="179388" y="900113"/>
          <a:ext cx="11880850" cy="476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Hinweis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Muss gültiger </a:t>
                      </a:r>
                      <a:r>
                        <a:rPr lang="de-DE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JavaScript-Variablenname sein und darf nicht mit einem Unterstrich beginnen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683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usage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Bei type INFO nicht berücksichtigt</a:t>
                      </a:r>
                      <a:r>
                        <a:rPr lang="de-DE" sz="1600" noProof="0" dirty="0"/>
                        <a:t>, da Infofelder für Benutzer stets unveränderlich sind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noProof="0" dirty="0">
                          <a:latin typeface="+mn-lt"/>
                        </a:rPr>
                        <a:t>Wirkt sich bei type TABLE nur auf die Möglichkeit zum Hinzufügen/Entfernen von Einträgen aus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322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style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Kann weggelassen werden, wenn es bei allen Feldern weggelassen wird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Bei inneren Feldern (</a:t>
                      </a:r>
                      <a:r>
                        <a:rPr lang="de-DE" sz="1600" dirty="0" err="1">
                          <a:latin typeface="+mn-lt"/>
                        </a:rPr>
                        <a:t>innerFields</a:t>
                      </a:r>
                      <a:r>
                        <a:rPr lang="de-DE" sz="1600" dirty="0">
                          <a:latin typeface="+mn-lt"/>
                        </a:rPr>
                        <a:t>) einer Tabelle (type TABLE) nicht berücksichtigt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7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>
                          <a:latin typeface="+mn-lt"/>
                        </a:rPr>
                        <a:t>allowEmpty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Nur bei </a:t>
                      </a:r>
                      <a:r>
                        <a:rPr lang="en-US" sz="1600" noProof="0" dirty="0"/>
                        <a:t>usage INPUT </a:t>
                      </a:r>
                      <a:r>
                        <a:rPr lang="de-DE" sz="1600" dirty="0"/>
                        <a:t>berücksichtigt (Eingabebeschränkungen ohne Eingabe sinnlos)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Bei type INFO nicht berücksichtigt</a:t>
                      </a:r>
                      <a:r>
                        <a:rPr lang="de-DE" sz="1600" noProof="0" dirty="0"/>
                        <a:t>, da Infofelder für Benutzer stets unveränderlich sind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noProof="0" dirty="0">
                          <a:latin typeface="+mn-lt"/>
                        </a:rPr>
                        <a:t>Felder mit type CHECK gelten als leer, wenn keine Option ausgewählt ist</a:t>
                      </a:r>
                      <a:endParaRPr lang="de-DE" sz="1600" dirty="0">
                        <a:latin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Felder mit type SELECT gelten als leer, wenn eine leere Zeichenkette (bei </a:t>
                      </a:r>
                      <a:r>
                        <a:rPr lang="de-DE" sz="1600" dirty="0" err="1">
                          <a:latin typeface="+mn-lt"/>
                        </a:rPr>
                        <a:t>emptyOption</a:t>
                      </a:r>
                      <a:r>
                        <a:rPr lang="de-DE" sz="1600" dirty="0">
                          <a:latin typeface="+mn-lt"/>
                        </a:rPr>
                        <a:t> FALSE) bzw. die erste Option (bei </a:t>
                      </a:r>
                      <a:r>
                        <a:rPr lang="de-DE" sz="1600" dirty="0" err="1">
                          <a:latin typeface="+mn-lt"/>
                        </a:rPr>
                        <a:t>emptyOption</a:t>
                      </a:r>
                      <a:r>
                        <a:rPr lang="de-DE" sz="1600" dirty="0">
                          <a:latin typeface="+mn-lt"/>
                        </a:rPr>
                        <a:t> TRUE) gewählt wurde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Felder mit type LIST oder TABLE gelten als leer, wenn alle Einträge leer sind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40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datatype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Validierung des Datentyps nur bei </a:t>
                      </a:r>
                      <a:r>
                        <a:rPr lang="en-US" sz="1600" noProof="0" dirty="0"/>
                        <a:t>usage INPUT </a:t>
                      </a:r>
                      <a:r>
                        <a:rPr lang="de-DE" sz="1600" dirty="0"/>
                        <a:t>(Eingabebeschränkungen ohne Eingabe sinnlos)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Bei type </a:t>
                      </a:r>
                      <a:r>
                        <a:rPr lang="de-DE" sz="1600" dirty="0">
                          <a:latin typeface="+mn-lt"/>
                        </a:rPr>
                        <a:t>INFO</a:t>
                      </a:r>
                      <a:r>
                        <a:rPr lang="de-DE" sz="1600" dirty="0"/>
                        <a:t>, CHECK, SELECT und TABLE nicht berücksichtigt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noProof="0" dirty="0"/>
                        <a:t>Bei type SPLIT und LIST auf jeden Eintrag angewandt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noProof="0" dirty="0"/>
                        <a:t>Bei type TEXT, SPLIT und LIST mit </a:t>
                      </a:r>
                      <a:r>
                        <a:rPr lang="de-DE" sz="1600" noProof="0" dirty="0" err="1"/>
                        <a:t>datatype</a:t>
                      </a:r>
                      <a:r>
                        <a:rPr lang="de-DE" sz="1600" noProof="0" dirty="0"/>
                        <a:t> NUMBER oder INTEGER: automatische Umwandlung der Werte in Zahlen, leere Zeichenketten werden zu </a:t>
                      </a:r>
                      <a:r>
                        <a:rPr lang="de-DE" sz="1600" noProof="0" dirty="0" err="1"/>
                        <a:t>NaN</a:t>
                      </a:r>
                      <a:endParaRPr lang="de-DE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1795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90C963-CB34-5742-3506-FAC60631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7FDE2368-E7BD-46C2-80DB-B4872A0249D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B20815-EF0E-EE4D-E2AF-01E8F462D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B409FC-6C97-A54C-CAA7-D210ADD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0409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6171-262C-FF9A-F5D2-C7B53F11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0E462-B29B-366D-C903-C63186E5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Field – </a:t>
            </a:r>
            <a:r>
              <a:rPr lang="de-DE" noProof="0" dirty="0"/>
              <a:t>Hinweise zu Attributen </a:t>
            </a:r>
            <a:r>
              <a:rPr lang="en-US" dirty="0"/>
              <a:t>(2/2)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0FFB1357-A96D-C57C-532A-43A140E78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772524"/>
              </p:ext>
            </p:extLst>
          </p:nvPr>
        </p:nvGraphicFramePr>
        <p:xfrm>
          <a:off x="179388" y="900113"/>
          <a:ext cx="1188085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Hinweis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restrictions, </a:t>
                      </a:r>
                      <a:br>
                        <a:rPr lang="en-US" sz="1600" noProof="0" dirty="0">
                          <a:latin typeface="+mn-lt"/>
                        </a:rPr>
                      </a:br>
                      <a:r>
                        <a:rPr lang="en-US" sz="1600" noProof="0" dirty="0">
                          <a:latin typeface="+mn-lt"/>
                        </a:rPr>
                        <a:t>reactions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Nur bei </a:t>
                      </a:r>
                      <a:r>
                        <a:rPr lang="en-US" sz="1600" noProof="0" dirty="0"/>
                        <a:t>usage INPUT </a:t>
                      </a:r>
                      <a:r>
                        <a:rPr lang="de-DE" sz="1600" dirty="0"/>
                        <a:t>berücksichtigt (Eingabebeschränkungen ohne Eingabe sinnlos)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>
                          <a:latin typeface="+mn-lt"/>
                        </a:rPr>
                        <a:t>Bei type INFO nicht berücksichtigt</a:t>
                      </a:r>
                      <a:r>
                        <a:rPr lang="de-DE" sz="1600" noProof="0" dirty="0"/>
                        <a:t>, da Infofelder für Benutzer stets unveränderlich sind</a:t>
                      </a:r>
                      <a:endParaRPr lang="de-DE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>
                          <a:latin typeface="+mn-lt"/>
                        </a:rPr>
                        <a:t>Bei type SPLIT, LIST und TABLE kann die Variable "</a:t>
                      </a:r>
                      <a:r>
                        <a:rPr lang="de-DE" sz="1600" dirty="0" err="1">
                          <a:latin typeface="+mn-lt"/>
                        </a:rPr>
                        <a:t>entry</a:t>
                      </a:r>
                      <a:r>
                        <a:rPr lang="de-DE" sz="1600" dirty="0">
                          <a:latin typeface="+mn-lt"/>
                        </a:rPr>
                        <a:t>" genutzt werden, um die einzelnen Einträge zu adressieren, </a:t>
                      </a:r>
                      <a:r>
                        <a:rPr lang="de-DE" sz="1600" dirty="0"/>
                        <a:t>Bsp.: "</a:t>
                      </a:r>
                      <a:r>
                        <a:rPr lang="de-DE" sz="1600" dirty="0" err="1">
                          <a:sym typeface="Wingdings" panose="05000000000000000000" pitchFamily="2" charset="2"/>
                        </a:rPr>
                        <a:t>entry</a:t>
                      </a:r>
                      <a:r>
                        <a:rPr lang="de-DE" sz="1600" dirty="0">
                          <a:sym typeface="Wingdings" panose="05000000000000000000" pitchFamily="2" charset="2"/>
                        </a:rPr>
                        <a:t> &gt;= 0"  </a:t>
                      </a:r>
                      <a:r>
                        <a:rPr lang="de-DE" sz="1600" dirty="0"/>
                        <a:t>jeder Eintrag ("</a:t>
                      </a:r>
                      <a:r>
                        <a:rPr lang="de-DE" sz="1600" dirty="0" err="1"/>
                        <a:t>entry</a:t>
                      </a:r>
                      <a:r>
                        <a:rPr lang="de-DE" sz="1600" dirty="0"/>
                        <a:t>") muss </a:t>
                      </a:r>
                      <a:r>
                        <a:rPr lang="de-DE" sz="1600" dirty="0">
                          <a:sym typeface="Wingdings" panose="05000000000000000000" pitchFamily="2" charset="2"/>
                        </a:rPr>
                        <a:t>&gt;=</a:t>
                      </a:r>
                      <a:r>
                        <a:rPr lang="de-DE" sz="1600" dirty="0"/>
                        <a:t> 0 sein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>
                          <a:latin typeface="+mn-lt"/>
                        </a:rPr>
                        <a:t>Es werden stets erst die Reaktionen (</a:t>
                      </a:r>
                      <a:r>
                        <a:rPr lang="de-DE" sz="1600" dirty="0" err="1">
                          <a:latin typeface="+mn-lt"/>
                        </a:rPr>
                        <a:t>reactions</a:t>
                      </a:r>
                      <a:r>
                        <a:rPr lang="de-DE" sz="1600" dirty="0">
                          <a:latin typeface="+mn-lt"/>
                        </a:rPr>
                        <a:t>) durchgeführt, die Validierung, inklusive der Prüfung der Restriktionen (</a:t>
                      </a:r>
                      <a:r>
                        <a:rPr lang="de-DE" sz="1600" dirty="0" err="1">
                          <a:latin typeface="+mn-lt"/>
                        </a:rPr>
                        <a:t>restrictions</a:t>
                      </a:r>
                      <a:r>
                        <a:rPr lang="de-DE" sz="1600" dirty="0">
                          <a:latin typeface="+mn-lt"/>
                        </a:rPr>
                        <a:t>), </a:t>
                      </a:r>
                      <a:r>
                        <a:rPr lang="de-DE" sz="1600">
                          <a:latin typeface="+mn-lt"/>
                        </a:rPr>
                        <a:t>erfolgt danach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41624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C5AB44-2DCA-DF73-BF1B-9778C209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7FDE2368-E7BD-46C2-80DB-B4872A0249D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57CA39-5B63-962A-434A-9506E74B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3AD030-B52A-C950-9780-D7E4C0D9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5706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F3B6B-FC3F-1224-FC76-CD67D9E1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Field – Hinweis zu inneren Feldern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A0C451-C832-760E-05D4-54826E63A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600" dirty="0"/>
              <a:t>Beispiel:</a:t>
            </a:r>
          </a:p>
          <a:p>
            <a:pPr lvl="1"/>
            <a:r>
              <a:rPr lang="de-DE" sz="1600" dirty="0"/>
              <a:t>Globales Feld g1 vom type TEXT</a:t>
            </a:r>
          </a:p>
          <a:p>
            <a:pPr lvl="1"/>
            <a:r>
              <a:rPr lang="de-DE" sz="1600" dirty="0"/>
              <a:t>Globales Feld g2 vom type TABLE mit inneren Feldern i1 und i2, beide vom type TEXT</a:t>
            </a:r>
          </a:p>
          <a:p>
            <a:r>
              <a:rPr lang="de-DE" sz="1600" dirty="0"/>
              <a:t>Konsequenzen im Beispiel:</a:t>
            </a:r>
          </a:p>
          <a:p>
            <a:pPr lvl="1"/>
            <a:r>
              <a:rPr lang="de-DE" sz="1600" dirty="0"/>
              <a:t>g1 und g2 können in ihren Restriktionen auf sich selbst und aufeinander zugreifen</a:t>
            </a:r>
          </a:p>
          <a:p>
            <a:pPr lvl="1"/>
            <a:r>
              <a:rPr lang="de-DE" sz="1600" dirty="0"/>
              <a:t>g1 und g2 können in ihren Restriktionen nicht direkt auf i1 und i2 zugreifen</a:t>
            </a:r>
          </a:p>
          <a:p>
            <a:pPr lvl="1"/>
            <a:r>
              <a:rPr lang="de-DE" sz="1600" dirty="0"/>
              <a:t>i1 und i2 können in ihren Restriktionen jeweils nur auf sich selbst direkt zugreifen</a:t>
            </a:r>
          </a:p>
          <a:p>
            <a:pPr lvl="1"/>
            <a:r>
              <a:rPr lang="de-DE" sz="1600" dirty="0"/>
              <a:t>i1 und i2 können in ihren Restriktionen auf g1 und g2 zugreifen, da diese globale Felder sind</a:t>
            </a:r>
          </a:p>
          <a:p>
            <a:r>
              <a:rPr lang="de-DE" sz="1600" dirty="0"/>
              <a:t>Lösung:</a:t>
            </a:r>
          </a:p>
          <a:p>
            <a:pPr lvl="1"/>
            <a:r>
              <a:rPr lang="de-DE" sz="1600" dirty="0"/>
              <a:t>Indirekter Zugriff auf innere Felder über ihr jeweils übergeordnetes Feld</a:t>
            </a:r>
          </a:p>
          <a:p>
            <a:pPr lvl="1"/>
            <a:r>
              <a:rPr lang="de-DE" sz="1600" dirty="0"/>
              <a:t>Im Beispiel: nutzen der Methoden von g2, um auf i1 und i2 zugreifen zu können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07A03D-8D1F-A567-0293-EF569829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CAA-9DFE-4E61-8465-5C98DC5A34B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76BD30-03B6-F16E-193B-FF04BDD3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86E910-0720-1013-1691-35224B3F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67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4571B84-A908-ECF1-9040-3059D6BAF4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Innere Felder können nicht direkt referenziert werden</a:t>
            </a:r>
          </a:p>
        </p:txBody>
      </p:sp>
    </p:spTree>
    <p:extLst>
      <p:ext uri="{BB962C8B-B14F-4D97-AF65-F5344CB8AC3E}">
        <p14:creationId xmlns:p14="http://schemas.microsoft.com/office/powerpoint/2010/main" val="22191150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081B-C311-B842-766B-266A8F96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BD14F-BDFD-11EA-5420-BFB01D345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FieldType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255CF5F9-EDB1-05F8-0C81-356A4E62CD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442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1574358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INFO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Feld ist ein Infofeld (</a:t>
                      </a:r>
                      <a:r>
                        <a:rPr lang="de-DE" sz="1600" dirty="0" err="1"/>
                        <a:t>InfoField</a:t>
                      </a:r>
                      <a:r>
                        <a:rPr lang="de-DE" sz="1600" dirty="0"/>
                        <a:t>), Benutzer können keine Eingaben machen,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Inhalt wird als Zeichenkette oder Pfad einer Ressource verarbeitet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9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TEXT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Feld ist ein einfaches Textfeld (</a:t>
                      </a:r>
                      <a:r>
                        <a:rPr kumimoji="0" lang="de-DE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TextField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), Benutzer geben Inhalt als Text ein, </a:t>
                      </a:r>
                      <a:b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Inhalt wird als Zeichenkette oder Zahl verarbeitet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46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SPLIT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Feld ist ein aufgeteiltes Textfeld (</a:t>
                      </a:r>
                      <a:r>
                        <a:rPr kumimoji="0" lang="de-DE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SplitField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), Benutzer geben Inhalt als </a:t>
                      </a:r>
                      <a:r>
                        <a:rPr kumimoji="0" lang="de-DE" sz="16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Text oder Aufzählung 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ein, </a:t>
                      </a:r>
                      <a:b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Inhalt wird als Liste von Werten (Zeichenketten/Zahlen) verarbeitet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1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CHECK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Feld ist ein Ankreuzfeld (</a:t>
                      </a:r>
                      <a:r>
                        <a:rPr kumimoji="0" lang="de-DE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CheckField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), Benutzer wählen zwischen mehreren Ankreuzfeldern,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Inhalt wird über die ID oder eine Liste von IDs der gewählten Felder verarbeitet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52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SELECT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Feld ist ein Auswahlfeld (</a:t>
                      </a:r>
                      <a:r>
                        <a:rPr kumimoji="0" lang="de-DE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SelectField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), Benutzer wählen eine Option im Auswahlfeld aus,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Inhalt wird über die ID oder den Index der gewählten Option verarbeitet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697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LIST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Feld ist ein Listenfeld (</a:t>
                      </a:r>
                      <a:r>
                        <a:rPr kumimoji="0" lang="de-DE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ListField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), Benutzer geben Inhalt als Einträge in mehreren Feldern ein,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Inhalt wird als Liste von Werten (Zeichenketten/Zahlen) verarbeitet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17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TABLE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Feld ist ein Tabellenfeld (</a:t>
                      </a:r>
                      <a:r>
                        <a:rPr kumimoji="0" lang="de-DE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TableField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), Benutzer geben Inhalt als Einträge einer Tabelle ein,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Inhalt wird als Liste von Tabelleneinträgen (Objektfelder/</a:t>
                      </a:r>
                      <a:r>
                        <a:rPr kumimoji="0" lang="de-DE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ObjectField</a:t>
                      </a: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 verarbeitet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0710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233AB3-A3D9-6F26-C25D-C799A1A7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8A06CDA0-AF0C-4ABD-89D3-2926EC03C1EB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D5AC2A-14A1-FEA0-123D-CB109182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AAD810-2A37-0EF8-153A-8EC53448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9193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1CE9-790E-0382-5C79-2EADF435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9BA2B-D819-D159-34EA-6E15B344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FieldUsage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861C68C6-5E2B-5F50-8B53-1A3FE21E0A2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1574358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INPUT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Feld dient der Eingabe durch den Benutzer, es ist beschreibbar und Eingaben werden validiert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9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TEMP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Feld dient der Ausgabe von temporären Werten, es ist daher nicht beschreibbar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46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OUTPUT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Feld dient der Ausgabe von Endergebnissen, es ist daher nicht beschreibbar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1171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33D2C77-A472-8318-49C9-E342F7E48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383473"/>
            <a:ext cx="11880000" cy="3916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Hinweis: die Unterscheidung von TEMP und OUTPUT ist rein semantisch und wirkt sich im LeMoS nicht aus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812BFD-EB06-B836-EFCB-70F5182D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B74B1-35AD-4157-86D8-8037153286D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08AA6F-C90E-49BE-F66A-67A92403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B44F31-9A58-ACF2-D7D5-7BA9A2D5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4470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5BCFF-C0BF-3C68-859E-A909D3B5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AC611-F7AD-ED8C-B150-9D2A4C544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de-DE" dirty="0" err="1">
                <a:solidFill>
                  <a:schemeClr val="dk1"/>
                </a:solidFill>
              </a:rPr>
              <a:t>FieldDatatype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26167ABF-1AE7-5166-6A02-FF6FF01DCF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1574358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Das Feld soll ausschließlich Ganzzahlen akzeptieren, der Inhalt soll als Zahl ausgelesen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9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Das Feld soll beliebige Zahlen akzeptieren, der Inhalt soll als Zahl ausgelesen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46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STRING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Das Feld soll jede Eingabe akzeptieren, der Inhalt soll als Zeichenkette ausgelesen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1171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B7A954-721A-44AB-F9E4-FF6D405A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17DEFDD6-27A9-4B1B-BD46-A3B6688E2E3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E96229-D41B-4A70-0C14-2F26C11CE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92789A-31A0-6915-E433-F14DC769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2224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2FB5-2DDF-B15C-2B16-1C9DF697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BFE30-EA00-50B9-C885-16A2845F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Style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DD767ADA-6CF8-0D06-BDAA-7CCC202376A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162556793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Erforderlich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Zeile im Raster, beginnend bei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Spalte im Raster, beginnend bei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Breite in Rasterfeldern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969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Höhe in Rasterfeldern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030243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A0B1CA-AC7E-A64B-751B-00EF816A8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388" y="3170873"/>
            <a:ext cx="11880850" cy="3129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Erläuterung:</a:t>
            </a:r>
          </a:p>
          <a:p>
            <a:r>
              <a:rPr lang="de-DE" sz="1600" dirty="0"/>
              <a:t>Lernmodulfelder werden an einem gemeinsamen Raster dynamischer Größe ausgerichtet</a:t>
            </a:r>
          </a:p>
          <a:p>
            <a:r>
              <a:rPr lang="de-DE" sz="1600" dirty="0"/>
              <a:t>Die Position (</a:t>
            </a:r>
            <a:r>
              <a:rPr lang="de-DE" sz="1600" dirty="0" err="1"/>
              <a:t>row</a:t>
            </a:r>
            <a:r>
              <a:rPr lang="de-DE" sz="1600" dirty="0"/>
              <a:t> + </a:t>
            </a:r>
            <a:r>
              <a:rPr lang="de-DE" sz="1600" dirty="0" err="1"/>
              <a:t>column</a:t>
            </a:r>
            <a:r>
              <a:rPr lang="de-DE" sz="1600" dirty="0"/>
              <a:t>) entspricht der oberen linken Ecke des Lernmodulfelds</a:t>
            </a:r>
          </a:p>
          <a:p>
            <a:r>
              <a:rPr lang="de-DE" sz="1600" dirty="0"/>
              <a:t>Die Größe (</a:t>
            </a:r>
            <a:r>
              <a:rPr lang="de-DE" sz="1600" dirty="0" err="1"/>
              <a:t>width</a:t>
            </a:r>
            <a:r>
              <a:rPr lang="de-DE" sz="1600" dirty="0"/>
              <a:t> + </a:t>
            </a:r>
            <a:r>
              <a:rPr lang="de-DE" sz="1600" dirty="0" err="1"/>
              <a:t>height</a:t>
            </a:r>
            <a:r>
              <a:rPr lang="de-DE" sz="1600" dirty="0"/>
              <a:t>) entspricht der Anzahl der nach rechts bzw. unten eingenommenen Rasterfelder und sollte entsprechend bei der Position des nächsten Felds berücksichtigt werden</a:t>
            </a:r>
          </a:p>
          <a:p>
            <a:r>
              <a:rPr lang="de-DE" sz="1600" dirty="0"/>
              <a:t>Beispiel: Lernmodulfeld 1 hat folgende Attribute: </a:t>
            </a:r>
            <a:r>
              <a:rPr lang="de-DE" sz="1600" dirty="0" err="1"/>
              <a:t>row</a:t>
            </a:r>
            <a:r>
              <a:rPr lang="de-DE" sz="1600" dirty="0"/>
              <a:t>=1, </a:t>
            </a:r>
            <a:r>
              <a:rPr lang="de-DE" sz="1600" dirty="0" err="1"/>
              <a:t>column</a:t>
            </a:r>
            <a:r>
              <a:rPr lang="de-DE" sz="1600" dirty="0"/>
              <a:t>=1, </a:t>
            </a:r>
            <a:r>
              <a:rPr lang="de-DE" sz="1600" dirty="0" err="1"/>
              <a:t>width</a:t>
            </a:r>
            <a:r>
              <a:rPr lang="de-DE" sz="1600" dirty="0"/>
              <a:t>=2, </a:t>
            </a:r>
            <a:r>
              <a:rPr lang="de-DE" sz="1600" dirty="0" err="1"/>
              <a:t>height</a:t>
            </a:r>
            <a:r>
              <a:rPr lang="de-DE" sz="1600" dirty="0"/>
              <a:t>=3 </a:t>
            </a:r>
            <a:br>
              <a:rPr lang="de-DE" sz="1600" dirty="0"/>
            </a:br>
            <a:r>
              <a:rPr lang="de-DE" sz="1600" dirty="0">
                <a:sym typeface="Wingdings" panose="05000000000000000000" pitchFamily="2" charset="2"/>
              </a:rPr>
              <a:t>--&gt; </a:t>
            </a:r>
            <a:r>
              <a:rPr lang="de-DE" sz="1600" dirty="0"/>
              <a:t>Lernmodulfeld</a:t>
            </a:r>
            <a:r>
              <a:rPr lang="de-DE" sz="1600" dirty="0">
                <a:sym typeface="Wingdings" panose="05000000000000000000" pitchFamily="2" charset="2"/>
              </a:rPr>
              <a:t> 2 horizontal erst ab </a:t>
            </a:r>
            <a:r>
              <a:rPr lang="de-DE" sz="1600" dirty="0" err="1">
                <a:sym typeface="Wingdings" panose="05000000000000000000" pitchFamily="2" charset="2"/>
              </a:rPr>
              <a:t>row+height</a:t>
            </a:r>
            <a:r>
              <a:rPr lang="de-DE" sz="1600" dirty="0">
                <a:sym typeface="Wingdings" panose="05000000000000000000" pitchFamily="2" charset="2"/>
              </a:rPr>
              <a:t>=4 und vertikal erst ab oder </a:t>
            </a:r>
            <a:r>
              <a:rPr lang="de-DE" sz="1600" dirty="0" err="1">
                <a:sym typeface="Wingdings" panose="05000000000000000000" pitchFamily="2" charset="2"/>
              </a:rPr>
              <a:t>column+width</a:t>
            </a:r>
            <a:r>
              <a:rPr lang="de-DE" sz="1600" dirty="0">
                <a:sym typeface="Wingdings" panose="05000000000000000000" pitchFamily="2" charset="2"/>
              </a:rPr>
              <a:t>=3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2CFF41-E6C5-535C-9155-C31AB256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0B4CAA0D-4C4B-4498-81E7-D55AFB6E827F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46F846-7A91-C92C-32E2-8B73BA2C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61DFCB-4540-91C5-5A6C-16EDE46B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98343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8F79282-20E9-4F40-889A-CD2E8B40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Style – Beispiel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C6A030-4944-F4B7-05CF-18C14A26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5487-4652-45A1-90F4-7F904CAC114C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C0B0A5-4444-F41B-E837-938B75A4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4CFFAD-D370-EF2E-93A5-C23DFB3E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72</a:t>
            </a:fld>
            <a:endParaRPr lang="de-DE"/>
          </a:p>
        </p:txBody>
      </p:sp>
      <p:graphicFrame>
        <p:nvGraphicFramePr>
          <p:cNvPr id="15" name="Inhaltsplatzhalter 14">
            <a:extLst>
              <a:ext uri="{FF2B5EF4-FFF2-40B4-BE49-F238E27FC236}">
                <a16:creationId xmlns:a16="http://schemas.microsoft.com/office/drawing/2014/main" id="{24D1DF51-F8B2-75BC-5462-A9D866036FA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3385397947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62130257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441186807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600432739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93630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Bezeichnung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Row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Column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174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Feld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8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Feld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9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Feld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38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Feld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876802"/>
                  </a:ext>
                </a:extLst>
              </a:tr>
            </a:tbl>
          </a:graphicData>
        </a:graphic>
      </p:graphicFrame>
      <p:pic>
        <p:nvPicPr>
          <p:cNvPr id="1030" name="Picture 6">
            <a:extLst>
              <a:ext uri="{FF2B5EF4-FFF2-40B4-BE49-F238E27FC236}">
                <a16:creationId xmlns:a16="http://schemas.microsoft.com/office/drawing/2014/main" id="{4006798E-FB4E-EAB9-E436-B07CFC7369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11" y="2754313"/>
            <a:ext cx="11256203" cy="354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2953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E2D9-DB0F-CA80-2503-6E2C154E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D67518-02F2-74A2-0553-67D5FF329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 err="1"/>
              <a:t>InfoField</a:t>
            </a:r>
            <a:r>
              <a:rPr lang="de-DE" noProof="0" dirty="0"/>
              <a:t> (zusätzlich zu Field</a:t>
            </a:r>
            <a:r>
              <a:rPr lang="de-DE" dirty="0"/>
              <a:t>)</a:t>
            </a:r>
            <a:endParaRPr lang="de-DE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4E774BC1-513A-7B36-EE27-FB83FC916BC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8855"/>
              </p:ext>
            </p:extLst>
          </p:nvPr>
        </p:nvGraphicFramePr>
        <p:xfrm>
          <a:off x="179388" y="900113"/>
          <a:ext cx="11880850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307422959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text*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Anzuzeigender Inhalt oder Alternativtext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Nein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370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resource** 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Resource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Anzuzeigende Ressource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Nein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Ressource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721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resourceID</a:t>
                      </a:r>
                      <a:r>
                        <a:rPr lang="en-US" sz="1600" noProof="0" dirty="0"/>
                        <a:t>** 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ID der anzuzeigenden Ressource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Nein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554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contentType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ContentType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Art des Inhalts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799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maxWidth</a:t>
                      </a:r>
                      <a:r>
                        <a:rPr lang="en-US" sz="1600" noProof="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Maximale Breite des Inhalts in Pixeln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-1 (unbegrenzt)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01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maxHeight</a:t>
                      </a:r>
                      <a:r>
                        <a:rPr lang="en-US" sz="1600" noProof="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Maximale Höhe des Inhalts in Pixeln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-1 (unbegrenzt)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4758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8886BB-7CFF-7026-B2AB-30025F0B4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4537393"/>
            <a:ext cx="11880000" cy="1762607"/>
          </a:xfrm>
        </p:spPr>
        <p:txBody>
          <a:bodyPr/>
          <a:lstStyle/>
          <a:p>
            <a:pPr marL="0" indent="0">
              <a:buNone/>
              <a:tabLst>
                <a:tab pos="358775" algn="l"/>
              </a:tabLst>
            </a:pPr>
            <a:r>
              <a:rPr lang="de-DE" sz="1600" dirty="0"/>
              <a:t>*:	Kann HTML-Code enthalten, um so einzelne Textteile farblich hervorzuheben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de-DE" sz="1600" dirty="0"/>
              <a:t>**:	</a:t>
            </a:r>
            <a:r>
              <a:rPr lang="de-DE" sz="1600" dirty="0">
                <a:sym typeface="Wingdings" panose="05000000000000000000" pitchFamily="2" charset="2"/>
              </a:rPr>
              <a:t>Bei </a:t>
            </a:r>
            <a:r>
              <a:rPr lang="en-US" sz="1600" dirty="0" err="1"/>
              <a:t>contentType</a:t>
            </a:r>
            <a:r>
              <a:rPr lang="en-US" sz="1600" dirty="0"/>
              <a:t> TEXT </a:t>
            </a:r>
            <a:r>
              <a:rPr lang="de-DE" sz="1600" dirty="0"/>
              <a:t>ignoriert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de-DE" sz="1600" dirty="0"/>
              <a:t>***:	Bei </a:t>
            </a:r>
            <a:r>
              <a:rPr lang="en-US" sz="1600" dirty="0" err="1"/>
              <a:t>contentType</a:t>
            </a:r>
            <a:r>
              <a:rPr lang="en-US" sz="1600" dirty="0"/>
              <a:t> </a:t>
            </a:r>
            <a:r>
              <a:rPr lang="de-DE" sz="1600" dirty="0"/>
              <a:t>ungleich</a:t>
            </a:r>
            <a:r>
              <a:rPr lang="en-US" sz="1600" dirty="0"/>
              <a:t> TEXT </a:t>
            </a:r>
            <a:r>
              <a:rPr lang="de-DE" sz="1600" dirty="0"/>
              <a:t>ist stets entweder </a:t>
            </a:r>
            <a:r>
              <a:rPr lang="en-US" sz="1600" dirty="0"/>
              <a:t>resource</a:t>
            </a:r>
            <a:r>
              <a:rPr lang="de-DE" sz="1600" dirty="0"/>
              <a:t> oder </a:t>
            </a:r>
            <a:r>
              <a:rPr lang="en-US" sz="1600" dirty="0" err="1"/>
              <a:t>resourceID</a:t>
            </a:r>
            <a:r>
              <a:rPr lang="de-DE" sz="1600" dirty="0"/>
              <a:t> zu konfigurieren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5CE35F-4FA3-7742-C072-6497DB4C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EDF5-E73F-4CEB-BAD8-CE034B3A852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15730-E105-56D7-81C2-1E3B80C0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16A566-D311-AAE5-C464-7BBF6A2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73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781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E26F4-BAA4-D97D-3D6C-64EBCFD5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9719AD-6F98-3A05-38FD-D1A48EC68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 err="1"/>
              <a:t>CheckField</a:t>
            </a:r>
            <a:r>
              <a:rPr lang="en-US" noProof="0" dirty="0"/>
              <a:t> </a:t>
            </a:r>
            <a:r>
              <a:rPr lang="de-DE" noProof="0" dirty="0"/>
              <a:t>(zusätzlich zu Field)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9C4CC551-1113-EBEC-ECBA-2F8E11BCA0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21372803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List&lt;Option&gt;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Zur Auswahl stehende Optionen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831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multipleCheck</a:t>
                      </a:r>
                      <a:endParaRPr lang="en-US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Auswahl mehrerer Optionen erlauben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true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040950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09B3AA-FDDA-5E0E-54B9-3A27A0DE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F374-B235-40ED-9CDC-E1D9A20D532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41318C-5D62-766F-C61A-8798715C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064ACF-858A-384A-A3D4-EE141B36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74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8644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C3F6-1F3A-787B-F547-28E9E5C8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75383-FA4A-A8F6-DA74-FC09AA0A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 err="1"/>
              <a:t>SelectField</a:t>
            </a:r>
            <a:r>
              <a:rPr lang="en-US" noProof="0" dirty="0"/>
              <a:t> </a:t>
            </a:r>
            <a:r>
              <a:rPr lang="de-DE" noProof="0" dirty="0"/>
              <a:t>(zusätzlich zu Field)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427E3E2F-B2BE-5C7B-5897-A063A6D1BB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213728032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List&lt;Option&gt;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Zur Auswahl stehende Optionen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831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emptyOption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Erste Option als leer interpretieren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false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040950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9E791A-798D-BCE2-80E3-FBDDAF49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B7C5-C43F-446E-A79B-DE0E7E8B4764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4B1791-B502-E965-5DE7-A07A7335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BC9E4A-6788-6AA5-FAD4-D78AB16A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75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5046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E5F1-AB97-D62F-343A-D8C78356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71F86-BF9A-3885-9BB9-2FFA6956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Option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54964675-197B-EB08-953E-510C593FDC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22534890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Beschreibung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Eindeutige Identifikation, z.B. 'Opt0'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Anzeigename, z.B. 'Option 1'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Wert von '</a:t>
                      </a:r>
                      <a:r>
                        <a:rPr lang="de-DE" sz="1600" dirty="0" err="1">
                          <a:latin typeface="+mn-lt"/>
                        </a:rPr>
                        <a:t>id</a:t>
                      </a:r>
                      <a:r>
                        <a:rPr lang="de-DE" sz="1600" dirty="0">
                          <a:latin typeface="+mn-lt"/>
                        </a:rPr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explanation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Zusätzliche Erläuterungen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36691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5D824B-910C-3A58-20AF-3ED5A994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170-C04A-47A0-B2EF-EF89E1B0F6D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2816D5-41CE-8F05-604F-CB4520DD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8C51B3-A7ED-81B0-1A8E-457E9B45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76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81715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DA7F5-0C8C-BBB6-B85B-9C4B5B6A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C655-68F1-70CA-450C-4E60581E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 err="1"/>
              <a:t>MultilineableField</a:t>
            </a:r>
            <a:r>
              <a:rPr lang="en-US" noProof="0" dirty="0"/>
              <a:t> </a:t>
            </a:r>
            <a:r>
              <a:rPr lang="de-DE" noProof="0" dirty="0"/>
              <a:t>(zusätzlich zu Field)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B3D1D563-F60F-FD74-D6ED-B2F200FF282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70194622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multiline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Mehrzeiliges Feld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+mn-lt"/>
                        </a:rPr>
                        <a:t>False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minLines</a:t>
                      </a: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Minimale Zeilenanzahl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maxLines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Maximale Zeilenanzahl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-1 (unbegrenzt)</a:t>
                      </a:r>
                      <a:br>
                        <a:rPr lang="de-DE" sz="1600" dirty="0">
                          <a:latin typeface="+mn-lt"/>
                        </a:rPr>
                      </a:br>
                      <a:r>
                        <a:rPr lang="de-DE" sz="1600" dirty="0">
                          <a:latin typeface="+mn-lt"/>
                        </a:rPr>
                        <a:t>Minimum: '</a:t>
                      </a: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minLines</a:t>
                      </a:r>
                      <a:r>
                        <a:rPr lang="de-DE" sz="1600" dirty="0">
                          <a:latin typeface="+mn-lt"/>
                        </a:rPr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242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fixLines</a:t>
                      </a: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Feste Zeilenanzahl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>
                          <a:latin typeface="+mn-lt"/>
                        </a:rPr>
                        <a:t>-1 (unbegrenzt)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07376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31C45E-879F-8F50-6144-C23E70A9F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962593"/>
            <a:ext cx="11880000" cy="3337407"/>
          </a:xfrm>
        </p:spPr>
        <p:txBody>
          <a:bodyPr/>
          <a:lstStyle/>
          <a:p>
            <a:pPr marL="0" indent="0" defTabSz="361950">
              <a:buNone/>
              <a:tabLst>
                <a:tab pos="179388" algn="l"/>
              </a:tabLst>
            </a:pPr>
            <a:r>
              <a:rPr lang="de-DE" sz="1600" dirty="0"/>
              <a:t>*:	nur bei </a:t>
            </a:r>
            <a:r>
              <a:rPr lang="de-DE" sz="1600" dirty="0" err="1"/>
              <a:t>multiline</a:t>
            </a:r>
            <a:r>
              <a:rPr lang="de-DE" sz="1600" dirty="0"/>
              <a:t> = </a:t>
            </a:r>
            <a:r>
              <a:rPr lang="de-DE" sz="1600" dirty="0" err="1"/>
              <a:t>true</a:t>
            </a:r>
            <a:r>
              <a:rPr lang="de-DE" sz="1600" dirty="0"/>
              <a:t> berücksichtigt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6C5405-FD0E-AAD6-519A-DA5BE51C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26C57-95B8-4E18-B4AB-5159E0E3A8FC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A4C528-A9A3-4B09-2FD2-801F0775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E3146D-77D2-F616-8B08-7ECE4008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4243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03038-FF12-E7CD-8AFF-4C5E0275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C6A539-6E9D-A948-A436-B05F8FC6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de-DE" dirty="0"/>
              <a:t>Text</a:t>
            </a:r>
            <a:r>
              <a:rPr lang="de-DE" noProof="0" dirty="0"/>
              <a:t>Field (zusätzlich zu </a:t>
            </a:r>
            <a:r>
              <a:rPr lang="en-US" noProof="0" dirty="0" err="1"/>
              <a:t>MultilineableField</a:t>
            </a:r>
            <a:r>
              <a:rPr lang="de-DE" noProof="0" dirty="0"/>
              <a:t>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91E40EA3-D1D0-91E0-7536-559E3F9A91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7" y="900113"/>
          <a:ext cx="118808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630315905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2F3071-E209-882D-EAD4-1D6830CF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22515544-D677-4A83-8A50-E074835B29CE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9DFF4B-0E7E-186B-53C6-DF3FF61B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82F3C7-E327-332E-0D41-EB02928E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12533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4404-7E1C-40E3-D4DA-154B2D7F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E7307F-77ED-4901-C2C9-6DF3FCD2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 err="1"/>
              <a:t>SplitField</a:t>
            </a:r>
            <a:r>
              <a:rPr lang="en-US" noProof="0" dirty="0"/>
              <a:t> </a:t>
            </a:r>
            <a:r>
              <a:rPr lang="de-DE" noProof="0" dirty="0"/>
              <a:t>(zusätzlich zu </a:t>
            </a:r>
            <a:r>
              <a:rPr lang="en-US" noProof="0" dirty="0" err="1"/>
              <a:t>MultilineableField</a:t>
            </a:r>
            <a:r>
              <a:rPr lang="de-DE" noProof="0" dirty="0"/>
              <a:t>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DBB6095-CD92-2622-57DD-7E11302135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822621203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separator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Trennzeichen, an dem die Eingabe aufzuteilen 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 (Aufteilung nach jedem Zeichen)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7AE15-B176-38CC-720E-1278F58B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EA35E3DC-D2EC-4DD2-926A-9CC8481190DB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D68C05-916C-7B8F-8BDA-6615AE60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2A6F60-5192-7948-AD43-50EFCE13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69231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C550-7410-6061-A10F-1493D829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13206-26FF-7343-422E-F5D8FB98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 err="1"/>
              <a:t>ExpandableField</a:t>
            </a:r>
            <a:r>
              <a:rPr lang="en-US" noProof="0" dirty="0"/>
              <a:t> </a:t>
            </a:r>
            <a:r>
              <a:rPr lang="de-DE" noProof="0" dirty="0"/>
              <a:t>(zusätzlich zu Field)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E36C5BF4-A742-A2FE-9DF2-5C4F31D10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70194622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/>
                        <a:t>growthDirection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FieldOrientation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Wachstumsrichtung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VERTICAL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26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initialEntries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Initiale Anzahl von Einträgen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maxEntries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Maximale Anzahl von Einträgen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-1 (unbegrenzt)</a:t>
                      </a:r>
                      <a:br>
                        <a:rPr lang="de-DE" sz="1600" dirty="0">
                          <a:latin typeface="+mn-lt"/>
                        </a:rPr>
                      </a:br>
                      <a:r>
                        <a:rPr lang="de-DE" sz="1600" dirty="0">
                          <a:latin typeface="+mn-lt"/>
                        </a:rPr>
                        <a:t>Minimum: '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initialEntries</a:t>
                      </a:r>
                      <a:r>
                        <a:rPr lang="de-DE" sz="1600" dirty="0">
                          <a:latin typeface="+mn-lt"/>
                        </a:rPr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92BC0C-72DB-B313-D9A8-45BACBF5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D77C-F664-4551-9774-E4CF86D3D235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CCFA81-CF46-DC4D-A36D-BA2E55A82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7F06FF-9B59-C62D-A71F-CABD890E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2457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788A-3F2A-0CC5-8825-EE75DC87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926924-C294-E3BA-0227-23CF2F49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FieldOrientation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18C4F9D4-138B-D91A-1C66-A2FCC6CCEF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1574358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HORIZONTAL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Neue Einträge des Felds sollen unter den bisherigen eingefügt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9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Neue Einträge des Felds sollen rechts neben den bisherigen eingefügt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46577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D0EB5B-9AEE-AD06-4B7F-5DB28A3C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77980B6A-A388-4DCE-BF2B-18C383CC3E98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194BE-73C1-DCF6-C262-F7ED120A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F69FEB-7AA3-CBA7-710B-286C2289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6339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0917-7683-6D8E-9EFD-6D48A078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C3945-1D5D-BED0-2999-07141C5E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 err="1"/>
              <a:t>ListField</a:t>
            </a:r>
            <a:r>
              <a:rPr lang="en-US" noProof="0" dirty="0"/>
              <a:t> </a:t>
            </a:r>
            <a:r>
              <a:rPr lang="de-DE" noProof="0" dirty="0"/>
              <a:t>(zusätzlich zu </a:t>
            </a:r>
            <a:r>
              <a:rPr lang="en-US" noProof="0" dirty="0" err="1"/>
              <a:t>ExpandableField</a:t>
            </a:r>
            <a:r>
              <a:rPr lang="de-DE" noProof="0" dirty="0"/>
              <a:t>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709DAEBF-27A2-185F-E934-4C1986F9029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177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861612309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+mn-lt"/>
                        </a:rPr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minEntry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Width*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Minimale Breite der einzelnen Einträge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-1 (unbegrenzt)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10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allowWrap</a:t>
                      </a: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+mn-lt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>
                          <a:latin typeface="+mn-lt"/>
                        </a:rPr>
                        <a:t>Zeilenumbruch, falls Felder nicht mehr in Zeile passen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+mn-lt"/>
                        </a:rPr>
                        <a:t>False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441419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095F0E-E6F9-7245-06D9-ECF870C93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388" y="2673034"/>
            <a:ext cx="11880850" cy="36277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600" dirty="0"/>
              <a:t>*: nur bei </a:t>
            </a:r>
            <a:r>
              <a:rPr lang="en-US" sz="1600" dirty="0" err="1"/>
              <a:t>growthDirection</a:t>
            </a:r>
            <a:r>
              <a:rPr lang="en-US" sz="1600" dirty="0"/>
              <a:t> HORIZONTAL </a:t>
            </a:r>
            <a:r>
              <a:rPr lang="de-DE" sz="1600" dirty="0"/>
              <a:t>berücksichtigt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BD4442-CD30-5ADD-CB3D-5F72675F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6C4729D5-D541-4F56-9B3B-BB49C4B2CB6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5FDE5-932D-C2C3-A1BE-A93311C5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92EA60-1147-45E3-8AEA-EEA6342A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8132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BEB5-6D25-940B-E1B7-4BA8AF7C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6C4F0-2805-7832-9EF0-85F3132B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 err="1"/>
              <a:t>TableField</a:t>
            </a:r>
            <a:r>
              <a:rPr lang="en-US" noProof="0" dirty="0"/>
              <a:t> </a:t>
            </a:r>
            <a:r>
              <a:rPr lang="de-DE" noProof="0" dirty="0"/>
              <a:t>(zusätzlich zu </a:t>
            </a:r>
            <a:r>
              <a:rPr lang="en-US" noProof="0" dirty="0" err="1"/>
              <a:t>ExpandableField</a:t>
            </a:r>
            <a:r>
              <a:rPr lang="de-DE" noProof="0" dirty="0"/>
              <a:t>)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45AF570-0DF5-B1EC-4B99-46BE6337456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282496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innerFields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List&lt;Field&gt;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Felder einer Tabellenzeile/-spalte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minColumnWidth</a:t>
                      </a: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Integer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Minimale Breite der Tabellenspalten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-1 (unbegrenzt)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67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minColumnWidths</a:t>
                      </a: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List&lt;Integer&gt;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Minimale Breiten der Tabellenspalten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Leere Liste (unbegrenzt)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90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relativeColumnWidths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***</a:t>
                      </a:r>
                    </a:p>
                  </a:txBody>
                  <a:tcPr marR="72000"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List&lt;Integer&gt;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Relative Breiten der Tabellenspalten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Leere Liste 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(alle gleich)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175729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5BD945-B156-CDD6-DB68-1B0AFB6D2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388" y="3587434"/>
            <a:ext cx="11880850" cy="2713354"/>
          </a:xfrm>
        </p:spPr>
        <p:txBody>
          <a:bodyPr>
            <a:noAutofit/>
          </a:bodyPr>
          <a:lstStyle/>
          <a:p>
            <a:pPr marL="0" indent="0" defTabSz="361950">
              <a:buNone/>
            </a:pPr>
            <a:r>
              <a:rPr lang="de-DE" sz="1600" dirty="0"/>
              <a:t>*:	Kombinationen von </a:t>
            </a:r>
            <a:r>
              <a:rPr lang="de-DE" sz="1600" dirty="0" err="1"/>
              <a:t>minColumnWidth</a:t>
            </a:r>
            <a:r>
              <a:rPr lang="de-DE" sz="1600" dirty="0"/>
              <a:t> und </a:t>
            </a:r>
            <a:r>
              <a:rPr lang="de-DE" sz="1600" dirty="0" err="1"/>
              <a:t>minColumnWidths</a:t>
            </a:r>
            <a:r>
              <a:rPr lang="de-DE" sz="1600" dirty="0"/>
              <a:t> sind nicht zulässig</a:t>
            </a:r>
          </a:p>
          <a:p>
            <a:pPr marL="0" indent="0" defTabSz="361950">
              <a:buNone/>
            </a:pPr>
            <a:r>
              <a:rPr lang="de-DE" sz="1600" dirty="0"/>
              <a:t>**:	bei </a:t>
            </a:r>
            <a:r>
              <a:rPr lang="de-DE" sz="1600" dirty="0" err="1"/>
              <a:t>growthDirection</a:t>
            </a:r>
            <a:r>
              <a:rPr lang="de-DE" sz="1600" dirty="0"/>
              <a:t> VERTICAL sind stets so viele Werte wie innere Felder anzugeben, </a:t>
            </a:r>
            <a:br>
              <a:rPr lang="de-DE" sz="1600" dirty="0"/>
            </a:br>
            <a:r>
              <a:rPr lang="de-DE" sz="1600" dirty="0"/>
              <a:t>	bei </a:t>
            </a:r>
            <a:r>
              <a:rPr lang="de-DE" sz="1600" dirty="0" err="1"/>
              <a:t>growthDirection</a:t>
            </a:r>
            <a:r>
              <a:rPr lang="de-DE" sz="1600" dirty="0"/>
              <a:t> HORIZONTAL sind stets 2 Werte (für Kopf und Rest) anzugeben</a:t>
            </a:r>
          </a:p>
          <a:p>
            <a:pPr marL="0" indent="0" defTabSz="361950">
              <a:buNone/>
            </a:pPr>
            <a:r>
              <a:rPr lang="de-DE" sz="1600" dirty="0"/>
              <a:t>***: 	bei </a:t>
            </a:r>
            <a:r>
              <a:rPr lang="de-DE" sz="1600" dirty="0" err="1"/>
              <a:t>growthDirection</a:t>
            </a:r>
            <a:r>
              <a:rPr lang="de-DE" sz="1600" dirty="0"/>
              <a:t> HORIZONTAL nicht berücksichtigt,</a:t>
            </a:r>
          </a:p>
          <a:p>
            <a:pPr marL="0" indent="0" defTabSz="361950">
              <a:buNone/>
            </a:pPr>
            <a:r>
              <a:rPr lang="de-DE" sz="1600" dirty="0"/>
              <a:t>	wenn die Inhalte einer Spalte es erforderlich machen, wird sie unabhängig von der Konfiguration dynamisch verbreitert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2AE82C-AF24-5C1F-7D2D-80C3BB4CE9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7DCD92BD-2BA6-46D2-A66C-8BDE08036396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1CFAC3-AF54-B9AF-A68D-F5858591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DC1CE7-2D07-B2EB-5EE6-2C99E459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83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38100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0D35-39BF-2D16-D495-4D41A292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C34A3-6C5D-CAF0-1370-9564BCF2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Modellierungssprache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33F160-74D5-2AED-C2E4-221C435F3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Objekte für Zustände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A21F31-60D4-FABC-29C4-0652BDC7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F54C-F9E5-460C-92DE-35F1BB79049D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B7747D-CF80-9BAA-3DCB-D966D6A6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1C6053-1655-0764-814D-3A523285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84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02339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D91A-412C-758B-53EE-39BBCAEDF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81618-77F3-A98A-8F2E-CF919951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State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58232A74-318B-8039-A433-A473B082B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209334"/>
              </p:ext>
            </p:extLst>
          </p:nvPr>
        </p:nvGraphicFramePr>
        <p:xfrm>
          <a:off x="179388" y="900113"/>
          <a:ext cx="11880850" cy="5039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22534890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 kern="1200" dirty="0">
                          <a:solidFill>
                            <a:schemeClr val="lt1"/>
                          </a:solidFill>
                          <a:effectLst/>
                        </a:rPr>
                        <a:t>Beschreibung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id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Eindeutige Identifikation, z.B. 'Z0'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name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Anzeigename, z.B. 'N berechnet'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Wert von '</a:t>
                      </a:r>
                      <a:r>
                        <a:rPr lang="de-DE" sz="1600" dirty="0" err="1"/>
                        <a:t>id</a:t>
                      </a:r>
                      <a:r>
                        <a:rPr lang="de-DE" sz="1600" dirty="0"/>
                        <a:t>'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explanation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String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Erläuterungen zum Zustand</a:t>
                      </a:r>
                      <a:endParaRPr lang="de-DE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Nein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Leere Zeichenkette</a:t>
                      </a:r>
                      <a:b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(keine Ausgabe)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3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noProof="0" dirty="0"/>
                        <a:t>type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StateType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Art des Zustands</a:t>
                      </a:r>
                      <a:endParaRPr lang="de-DE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Nein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STATE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27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 dirty="0"/>
                        <a:t>importance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StateImportance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Wichtigkeit (kleiner oder große Schritt)</a:t>
                      </a:r>
                      <a:endParaRPr lang="de-DE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Nein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HIGH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15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noProof="0" dirty="0"/>
                        <a:t>actions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List&lt;Operation&gt;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Vor Zustandseintritt auszuführende Operationen</a:t>
                      </a:r>
                      <a:endParaRPr lang="de-DE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Nein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Liste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97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noProof="0" dirty="0"/>
                        <a:t>transitions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List&lt;Transition&gt;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Übergänge zu weiteren Zuständen</a:t>
                      </a:r>
                      <a:endParaRPr lang="de-DE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Nein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Liste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170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 err="1">
                          <a:latin typeface="+mn-lt"/>
                        </a:rPr>
                        <a:t>errorMessage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>
                          <a:latin typeface="+mn-lt"/>
                        </a:rPr>
                        <a:t>Fehlermeldung, falls kein Übergang möglich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Nein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Leere Zeichenkette</a:t>
                      </a:r>
                      <a:b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de-DE" sz="1600" dirty="0">
                          <a:latin typeface="+mn-lt"/>
                        </a:rPr>
                        <a:t>(keine Fehlermeldung)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61419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8C9DC2-8D30-C3BD-02B2-E8E3A7520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31B9-EBA8-4E1B-97C9-37175D1F0AE7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107FAF-8043-992F-3204-D0B06544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0CCB97-1AE6-C1D9-0C6D-0345B0C2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85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727855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58CC-0105-C869-C6B7-1C5110A4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0D716A-6915-F288-AEF6-3F2D51F0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State – </a:t>
            </a:r>
            <a:r>
              <a:rPr lang="de-DE" noProof="0" dirty="0"/>
              <a:t>Hinweise zu Attributen</a:t>
            </a:r>
            <a:endParaRPr lang="en-US" noProof="0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73DE5BE-BD03-29B2-0427-87BD09449A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7930445"/>
              </p:ext>
            </p:extLst>
          </p:nvPr>
        </p:nvGraphicFramePr>
        <p:xfrm>
          <a:off x="179388" y="900113"/>
          <a:ext cx="11880000" cy="3175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79200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Hinweis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id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Muss gültiger </a:t>
                      </a:r>
                      <a:r>
                        <a:rPr lang="de-DE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JavaScript-Variablenname sein und darf nicht mit einem Unterstrich beginnen</a:t>
                      </a:r>
                      <a:endParaRPr lang="de-DE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683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Wird ausschließlich in internen Ausgaben verwendet, dient der Fehlersuche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95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explanation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>
                          <a:latin typeface="+mn-lt"/>
                        </a:rPr>
                        <a:t>Wird über Protokollfeld ausgegeben, dient der Erläuterung für den Benutzer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40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 dirty="0"/>
                        <a:t>importance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Bei type JUNCTION nicht berücksichtigt, stattdessen stets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00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 dirty="0"/>
                        <a:t>actions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Bei type JUNCTION nicht berücksichtigt, stattdessen stets 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71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latin typeface="+mn-lt"/>
                        </a:rPr>
                        <a:t>transitions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Pro Zustand darf maximal ein Übergang bedingungslos sein </a:t>
                      </a:r>
                      <a:endParaRPr lang="de-DE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372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errorMessage</a:t>
                      </a:r>
                      <a:endParaRPr lang="en-US" sz="16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Um Anweisungen in die Nachricht aufzunehmen, kann die ${}-Syntax von JavaScript verwendet werden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Beispiel einer Konfigurationszeile: </a:t>
                      </a:r>
                      <a:r>
                        <a:rPr lang="de-DE" sz="16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errorMessage</a:t>
                      </a:r>
                      <a:r>
                        <a:rPr lang="de-DE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Für ${</a:t>
                      </a:r>
                      <a:r>
                        <a:rPr lang="de-DE" sz="16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feld.getValue</a:t>
                      </a:r>
                      <a:r>
                        <a:rPr lang="de-DE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()} ist keine Ausführung möglich.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72054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31EF17-0A97-ED0A-2DB2-4B19DFFA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7FDE2368-E7BD-46C2-80DB-B4872A0249D1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009C13-1463-786A-3890-7F887112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9C51FD-C8D7-4096-F977-A7EEA151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51954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5085-2D7F-8959-3FC0-41AE0163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22F7D-E8FB-E788-E86F-D2810AB5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StateType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10BDD51-6EE3-422F-8926-DC1F9C31F7C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1691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1574358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Zustand ist der Einstiegszustand (Initialzustand) des Lernmoduls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9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Zustand ist ein klassischer Zustand ohne weitere Besonderheiten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46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JUNCTION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Zustand ist eine Fallunterscheidung, er führt keine Aktionen durch und wird stets automatisch fortgesetzt (auch bei kleinen Schritten bleibt der Zustandsgraph hier nicht stehen)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1171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8AAA0-AA85-3AC7-EB24-244E95C3D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591753"/>
            <a:ext cx="11880000" cy="3708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Hinweis:	das Verhalten des Typs JUNCTION ist durch entsprechende Konfiguration auch mit dem Typ STATE erreichbar, </a:t>
            </a:r>
            <a:br>
              <a:rPr lang="de-DE" sz="1600" dirty="0"/>
            </a:br>
            <a:r>
              <a:rPr lang="de-DE" sz="1600" dirty="0"/>
              <a:t>	die Verwendung des Typs JUNCTION ist somit rein semantisch zu begründen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233360-3BFB-D8BF-20B9-AC46AB94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CA96-757E-482F-9EDB-034E065AD385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98A232-0EB1-A0A2-D68C-7679C50E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85EC9C-66B8-A5F2-472E-EDD1B08C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07445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136CE-6008-7EF2-7B71-8FD94EE6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B6966D-96A1-663A-9326-BBA9C783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StateImportance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03D3D0C-5406-B681-5CE0-EC67C72F20C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9504680">
                  <a:extLst>
                    <a:ext uri="{9D8B030D-6E8A-4147-A177-3AD203B41FA5}">
                      <a16:colId xmlns:a16="http://schemas.microsoft.com/office/drawing/2014/main" val="1574358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Zustand dient dem internen Ablauf des Zustandsgraphen, Benutzer sollen ihn nicht bemerken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98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Zustand stellt einen detaillierten Schritt dar, Benutzer sollen ihn überspringen können*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46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HIGH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Zustand stellt einen essenziellen Schritt dar, Benutzer sollen ihn nicht überspringen können* 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1171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011C505-9F15-129B-B673-49BADF070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2383473"/>
            <a:ext cx="11880000" cy="3916527"/>
          </a:xfrm>
        </p:spPr>
        <p:txBody>
          <a:bodyPr/>
          <a:lstStyle/>
          <a:p>
            <a:pPr marL="0" indent="0">
              <a:buNone/>
              <a:tabLst>
                <a:tab pos="263525" algn="l"/>
              </a:tabLst>
            </a:pPr>
            <a:r>
              <a:rPr lang="de-DE" sz="1600" dirty="0"/>
              <a:t>*:	überspringen = nächster Zustandsübergang wird automatisch ausgelöst, die Aktionen des übersprungenen Zustands werden 	dennoch ausgeführt</a:t>
            </a:r>
          </a:p>
          <a:p>
            <a:pPr marL="0" indent="0">
              <a:buNone/>
              <a:tabLst>
                <a:tab pos="263525" algn="l"/>
              </a:tabLst>
            </a:pPr>
            <a:r>
              <a:rPr lang="de-DE" sz="1600" dirty="0"/>
              <a:t>**:	über die Schaltfläche &gt;| zur Ausführung des Lernmoduls bis zum Ende, kann der Zustand dennoch übersprungen werden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FBA4E9-2AD2-3467-8486-051965498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9249-0EF8-4CF7-88C8-9A2C45B3159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A893E9-C295-296B-8F2A-80B84D7FF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4C7392-7880-71D7-C6E9-A98848A1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88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4504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AF992-D954-E7FE-817E-1294A845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A7253-875C-C3A6-C5A7-C4D0E067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Transition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5FBD8E37-5EF5-4E5B-FAB1-138732A84E4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2310273"/>
              </p:ext>
            </p:extLst>
          </p:nvPr>
        </p:nvGraphicFramePr>
        <p:xfrm>
          <a:off x="179388" y="900113"/>
          <a:ext cx="11880850" cy="2270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568088141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 kern="1200" dirty="0">
                          <a:solidFill>
                            <a:schemeClr val="lt1"/>
                          </a:solidFill>
                          <a:effectLst/>
                        </a:rPr>
                        <a:t>Beschreibung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ID des Zielzustands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name*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Anzeigename, z.B. 'T1'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explanation**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Erläuterungen zum Übergang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Leere Zeichenkette</a:t>
                      </a:r>
                      <a:b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(keine Ausgabe)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80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conditions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List&lt;Condition&gt;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Zu erfüllende Bedingungen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739522"/>
                  </a:ext>
                </a:extLst>
              </a:tr>
            </a:tbl>
          </a:graphicData>
        </a:graphic>
      </p:graphicFrame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0F1C51D-195F-61E5-7FB2-B60E31CE5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3170873"/>
            <a:ext cx="11880000" cy="312912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268288" algn="l"/>
              </a:tabLst>
            </a:pPr>
            <a:r>
              <a:rPr lang="de-DE" sz="1600" dirty="0"/>
              <a:t>*:	wird ausschließlich in internen Ausgaben verwendet, dient der Fehlersuche</a:t>
            </a:r>
          </a:p>
          <a:p>
            <a:pPr marL="0" indent="0">
              <a:buNone/>
              <a:tabLst>
                <a:tab pos="268288" algn="l"/>
              </a:tabLst>
            </a:pPr>
            <a:r>
              <a:rPr lang="de-DE" sz="1600" dirty="0"/>
              <a:t>**:	wird über Protokollfeld ausgegeben, dient der Erläuterung für den Benutzer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/>
              <a:t>Hinweis: pro Zustand darf maximal ein Übergang bedingungslos sein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023D06-B03F-DAB6-0DC8-104B0EF2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913D-6705-4708-AAB8-A7E9EE2663AB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BEF7DE-39CE-E33C-8B2D-0F7CC095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F9996F-A13E-F269-808C-1A969350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89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4349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57B8-CC6C-D1C8-93B7-1026F379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C5EB5-9A94-DAE0-9550-53D71F02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Modellierungssprache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59D086-ACC7-89B5-1138-323931A9D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Objekt für Szenarien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177685-6E05-98C4-D213-5C89B49D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15C-48A6-42CA-843E-F45EB98E4FD7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2D9C3B-2F3F-DCB8-9B1E-CEDF35DB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0A54D7-22D0-06E1-7C67-3ABFB80B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4007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0F8F-27A0-402F-5C3B-77B7FBF3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103FF7-4992-8B00-B792-98E93EF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540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Scenario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25943F6C-6F2D-2750-2659-07C9E569238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3418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791518140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060687998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3466423737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54970935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2996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Attributname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Datentyp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 kern="1200" dirty="0">
                          <a:solidFill>
                            <a:schemeClr val="lt1"/>
                          </a:solidFill>
                          <a:effectLst/>
                        </a:rPr>
                        <a:t>Beschreibung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Erforderlich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Standardwert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id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Eindeutige Identifikation, z.B. 'S1'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1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name</a:t>
                      </a:r>
                      <a:endParaRPr lang="en-US" sz="16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Anzeigename in Szenarioauswahl, z.B. </a:t>
                      </a:r>
                      <a:r>
                        <a:rPr lang="de-DE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'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Szenario 1'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Wert von '</a:t>
                      </a:r>
                      <a:r>
                        <a:rPr lang="de-DE" sz="1600" dirty="0" err="1"/>
                        <a:t>id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noProof="0" dirty="0">
                          <a:solidFill>
                            <a:schemeClr val="dk1"/>
                          </a:solidFill>
                          <a:effectLst/>
                        </a:rPr>
                        <a:t>explanation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noProof="0" dirty="0"/>
                        <a:t>Beschreibung des Szenarios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, z.B. 'Länge gesucht'</a:t>
                      </a:r>
                      <a:endParaRPr lang="de-DE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Leere Zeichenkette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3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List&lt;Operation&gt;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</a:rPr>
                        <a:t>Operationen zum Initialisieren des Szenarios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15472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FED9F4-2EAB-F752-C86A-E48F2DA3E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388" y="4318953"/>
            <a:ext cx="11880850" cy="1981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Hinweis: Szenarien sind als eigene Dateien im Unterordner "</a:t>
            </a:r>
            <a:r>
              <a:rPr lang="en-US" sz="1600" dirty="0"/>
              <a:t>scenarios</a:t>
            </a:r>
            <a:r>
              <a:rPr lang="de-DE" sz="1600" dirty="0"/>
              <a:t>" des Lernmoduls abzulegen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43E10E-DD64-DA30-46B5-A111677A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83D7892A-73D0-413B-8823-27C003D686D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D7C31F-92F0-4AF1-4603-BA99FBA4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25834B-D380-F16A-B92E-7B4EA3F1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1921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60EC9-37E3-4B35-D82D-C7B7CA2C8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de-DE" dirty="0"/>
              <a:t>– LeMoS –</a:t>
            </a:r>
            <a:br>
              <a:rPr lang="de-DE" dirty="0"/>
            </a:br>
            <a:r>
              <a:rPr lang="de-DE" dirty="0"/>
              <a:t>Systemfunktionen</a:t>
            </a:r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3219FF1C-6FA3-D315-7462-D0ACB6975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E7C677-0993-6C85-99FC-322B910F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0000" y="6480000"/>
            <a:ext cx="4500000" cy="360000"/>
          </a:xfrm>
        </p:spPr>
        <p:txBody>
          <a:bodyPr/>
          <a:lstStyle/>
          <a:p>
            <a:fld id="{6E4BDB94-F2FA-4BFA-90CA-3E473FC4621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C7A7CE-79ED-A997-ED35-C7F0C27B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480000"/>
            <a:ext cx="4500000" cy="360000"/>
          </a:xfrm>
        </p:spPr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CA3E9F-82BA-67FC-E23F-789DBE49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80000" y="6480000"/>
            <a:ext cx="2880000" cy="360000"/>
          </a:xfrm>
        </p:spPr>
        <p:txBody>
          <a:bodyPr/>
          <a:lstStyle/>
          <a:p>
            <a:fld id="{C6F4358B-C864-4E37-81EE-BA638983953F}" type="slidenum">
              <a:rPr lang="de-DE" smtClean="0"/>
              <a:pPr/>
              <a:t>92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9158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E81EE-C19B-9A96-558D-82C094A9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Grundlegende Struktur</a:t>
            </a:r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51585AF-8275-CF95-F640-958BD738B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999" y="5039242"/>
            <a:ext cx="11880000" cy="12607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600" dirty="0"/>
              <a:t>Erläuterung: zu jedem Feldtyp gibt es einen Verwalter (Manager, blau) und einen Interaktor (</a:t>
            </a:r>
            <a:r>
              <a:rPr lang="en-US" sz="1600" dirty="0"/>
              <a:t>Interactor, </a:t>
            </a:r>
            <a:r>
              <a:rPr lang="en-US" sz="1600" dirty="0" err="1"/>
              <a:t>grün</a:t>
            </a:r>
            <a:r>
              <a:rPr lang="de-DE" sz="1600" dirty="0"/>
              <a:t>)</a:t>
            </a:r>
          </a:p>
          <a:p>
            <a:pPr marL="0" indent="0">
              <a:buNone/>
            </a:pPr>
            <a:r>
              <a:rPr lang="de-DE" sz="1600" dirty="0"/>
              <a:t>  Die Verwalter sind für interne Aufgaben der Felder zuständig, während die Interaktoren die Systemfunktionen bereitstellen</a:t>
            </a:r>
          </a:p>
          <a:p>
            <a:pPr marL="0" indent="0">
              <a:buNone/>
            </a:pPr>
            <a:r>
              <a:rPr lang="de-DE" sz="1600" dirty="0"/>
              <a:t>  Zur Vereinfachung wird an einigen Stellen dieses Dokuments der Anhang "Manager" beziehungsweise "Interaktor" weggelassen</a:t>
            </a:r>
          </a:p>
          <a:p>
            <a:pPr marL="0" indent="0">
              <a:buNone/>
            </a:pPr>
            <a:r>
              <a:rPr lang="de-DE" sz="1600" dirty="0"/>
              <a:t>  </a:t>
            </a:r>
            <a:r>
              <a:rPr lang="de-DE" sz="1600" dirty="0" err="1"/>
              <a:t>SplitField</a:t>
            </a:r>
            <a:r>
              <a:rPr lang="de-DE" sz="1600" dirty="0"/>
              <a:t> und </a:t>
            </a:r>
            <a:r>
              <a:rPr lang="de-DE" sz="1600" dirty="0" err="1"/>
              <a:t>ListField</a:t>
            </a:r>
            <a:r>
              <a:rPr lang="de-DE" sz="1600" dirty="0"/>
              <a:t> teilen sich einen gemeinsamen Interaktor, weil beide wie eine Liste behandelt werden</a:t>
            </a:r>
            <a:br>
              <a:rPr lang="de-DE" sz="1600" dirty="0"/>
            </a:br>
            <a:r>
              <a:rPr lang="de-DE" sz="1600" dirty="0"/>
              <a:t>  </a:t>
            </a:r>
            <a:r>
              <a:rPr lang="de-DE" sz="1600" dirty="0" err="1"/>
              <a:t>TableFields</a:t>
            </a:r>
            <a:r>
              <a:rPr lang="de-DE" sz="1600" dirty="0"/>
              <a:t> werden als Liste von Tabelleneinträgen (</a:t>
            </a:r>
            <a:r>
              <a:rPr lang="de-DE" sz="1600" dirty="0" err="1"/>
              <a:t>ObjectField</a:t>
            </a:r>
            <a:r>
              <a:rPr lang="de-DE" sz="1600" dirty="0"/>
              <a:t>) betrachtet und übernehmen daher viele der Listenfunktionen</a:t>
            </a:r>
          </a:p>
          <a:p>
            <a:pPr marL="0" indent="0">
              <a:buNone/>
            </a:pPr>
            <a:r>
              <a:rPr lang="de-DE" sz="1600" dirty="0"/>
              <a:t>Hinweis: Neben den Funktionen der Interaktoren gibt es noch einige statische Systemfunktionen, etwa zur Protokollierung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337FEC-74A3-C511-FD57-1E7542C4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0367B-ADD7-40B4-8F54-3B400CC0090F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7CD39-3599-4B10-AD57-CCB74242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4BFD4A-8072-0BC0-F1CE-B9F9DE98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93</a:t>
            </a:fld>
            <a:endParaRPr lang="de-DE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26D3CB1-F2F8-D74F-A986-4FD5A289D2F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9999" y="900320"/>
            <a:ext cx="11880850" cy="413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1414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D460-6866-8476-A0F0-5381951AC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3DA46-571A-F30C-97F8-FF251E84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Systemfunktionen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2133FC-9D06-7A01-F269-583536C39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Feldfunktionen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F27826-A260-D38A-9B9A-70725299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6040-3955-4B60-94A6-6A60817B45D9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6CD4EA-4C09-07D0-0575-614DDCBE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BAF1FC-321D-88EF-53AF-C7CEDDBD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94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20218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BBB94-35C5-B4B0-39E0-E2BF7E6E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69805A8-F7B8-88F2-FB78-BE2BEA791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FieldInteractor</a:t>
            </a:r>
            <a:endParaRPr lang="de-DE" dirty="0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0E816680-4584-5388-01A2-A6B46FB8F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072792"/>
              </p:ext>
            </p:extLst>
          </p:nvPr>
        </p:nvGraphicFramePr>
        <p:xfrm>
          <a:off x="179388" y="1260475"/>
          <a:ext cx="11880850" cy="5283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der Inhalt des Felds mit dem des übergebenen </a:t>
                      </a:r>
                      <a:r>
                        <a:rPr lang="de-DE" sz="1600"/>
                        <a:t>Felds oder dem </a:t>
                      </a:r>
                      <a:r>
                        <a:rPr lang="de-DE" sz="1600" dirty="0"/>
                        <a:t>übergebenen Inhalt übereinstimmt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28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getDebug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einige Informationen über das Feld zurück, dient zur Fehlersuche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16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getName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Namen des 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98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getPrint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Inhalt des Felds als Ausgabe formatiert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72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Inhalt des Felds zurück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Alias: Impliziter Aufruf durch "</a:t>
                      </a:r>
                      <a:r>
                        <a:rPr lang="de-DE" sz="1600" dirty="0" err="1"/>
                        <a:t>Feldname.value</a:t>
                      </a:r>
                      <a:r>
                        <a:rPr lang="de-DE" sz="1600" dirty="0"/>
                        <a:t>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459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isDisplayed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das Feld sichtbar, das heißt nicht ausgeblendet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0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das Feld leer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448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isEnabled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das Feld beschreibbar, das heißt nicht deaktiviert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237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isHighlighted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das Feld hervorgehoben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75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Inhalt des Felds als Text zurück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Alias für implizite Umwandlung des Felds in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28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valueOf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Inhalt des Felds ohne weitere Kapselungen zurück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Alias für implizite Umwandlung des Felds in einen 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836795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899B94-D5C3-8331-EA71-EBB0B591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8FAAC-D8C9-4C79-83DF-B8AE531F15A6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6C00D6-C3B6-8366-0303-E3211E02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C7072D-5542-2485-87D1-0DF2E12D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95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D81F47-960D-DEF1-81D7-D4EBB61833E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Lesende Methoden</a:t>
            </a:r>
          </a:p>
        </p:txBody>
      </p:sp>
    </p:spTree>
    <p:extLst>
      <p:ext uri="{BB962C8B-B14F-4D97-AF65-F5344CB8AC3E}">
        <p14:creationId xmlns:p14="http://schemas.microsoft.com/office/powerpoint/2010/main" val="37722961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7C6A-7C2E-6B10-106F-B3ABC6370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6CFAB83-6B3A-AE75-6250-214778FF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FieldInteractor</a:t>
            </a:r>
            <a:endParaRPr lang="de-DE" dirty="0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94F0E983-6F17-77E5-3CC1-B635F53D52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117346"/>
              </p:ext>
            </p:extLst>
          </p:nvPr>
        </p:nvGraphicFramePr>
        <p:xfrm>
          <a:off x="179388" y="1260475"/>
          <a:ext cx="11880850" cy="2433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den Inhalt des Felds auf einen leeren 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028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setDisplayed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die Sichtbarkeit des Felds entsprechend der Übergabe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690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setEnabled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enabled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Setzt die Beschreibbarkeit des Felds entsprechend der Übergabe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15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setHighlighted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highlighted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Setzt die Hervorhebung des Felds entsprechend der Übergabe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7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den Inhalt des Felds auf den übergebenen Wert</a:t>
                      </a:r>
                    </a:p>
                    <a:p>
                      <a:r>
                        <a:rPr lang="de-DE" sz="1600" dirty="0"/>
                        <a:t>Alias: Impliziter Aufruf durch "</a:t>
                      </a:r>
                      <a:r>
                        <a:rPr lang="de-DE" sz="1600" dirty="0" err="1"/>
                        <a:t>Feldname.value</a:t>
                      </a:r>
                      <a:r>
                        <a:rPr lang="de-DE" sz="1600" dirty="0"/>
                        <a:t> = …"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467771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36D35B-6E4B-AC79-B09C-0FEE6EDE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2B6F-53DB-4E84-839D-439586060A53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DB3707-1A7B-F21A-D0D0-5EB4EEB7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F5BAC0-B47F-6A45-41FA-EAF1B5FD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96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A9D684-3A3F-0038-6BE7-BC2A43CE008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lnSpcReduction="10000"/>
          </a:bodyPr>
          <a:lstStyle/>
          <a:p>
            <a:r>
              <a:rPr lang="de-DE" sz="1800" dirty="0"/>
              <a:t>Verändernde Methoden</a:t>
            </a:r>
          </a:p>
        </p:txBody>
      </p:sp>
    </p:spTree>
    <p:extLst>
      <p:ext uri="{BB962C8B-B14F-4D97-AF65-F5344CB8AC3E}">
        <p14:creationId xmlns:p14="http://schemas.microsoft.com/office/powerpoint/2010/main" val="135311478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955C8-4161-19AA-E5F0-45C0F2CF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0F40CD1-4643-9591-5EEB-5387E883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FieldInteractor</a:t>
            </a:r>
            <a:endParaRPr lang="de-DE" dirty="0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4C8684CF-B50F-02A2-7A33-0421AA93D9E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1260475"/>
          <a:ext cx="11880000" cy="3997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1065600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Feldtyp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Mögliche Datentypen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InfoField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Anzuzeigender </a:t>
                      </a:r>
                      <a:r>
                        <a:rPr lang="de-DE" sz="1600" u="sng" dirty="0"/>
                        <a:t>Text</a:t>
                      </a:r>
                      <a:r>
                        <a:rPr lang="de-DE" sz="1600" dirty="0"/>
                        <a:t> oder </a:t>
                      </a:r>
                      <a:r>
                        <a:rPr lang="de-DE" sz="1600" u="sng" dirty="0"/>
                        <a:t>Pfad</a:t>
                      </a:r>
                      <a:r>
                        <a:rPr lang="de-DE" sz="1600" dirty="0"/>
                        <a:t> zur anzuzeigenden Ressource (abhängig von konfigurierter Eigenschaft </a:t>
                      </a:r>
                      <a:r>
                        <a:rPr lang="de-DE" sz="1600" dirty="0" err="1"/>
                        <a:t>contentType</a:t>
                      </a:r>
                      <a:r>
                        <a:rPr lang="de-DE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246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CheckField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u="sng" dirty="0"/>
                        <a:t>ID</a:t>
                      </a:r>
                      <a:r>
                        <a:rPr lang="de-DE" sz="1600" dirty="0"/>
                        <a:t> der auszuwählenden Option oder </a:t>
                      </a:r>
                      <a:r>
                        <a:rPr lang="de-DE" sz="1600" u="sng" dirty="0"/>
                        <a:t>Array von IDs</a:t>
                      </a:r>
                      <a:r>
                        <a:rPr lang="de-DE" sz="1600" dirty="0"/>
                        <a:t> der ausgewählten/auszuwählenden Optionen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(Rückgabe abhängig von konfigurierter Eigenschaft </a:t>
                      </a:r>
                      <a:r>
                        <a:rPr lang="de-DE" sz="1600" dirty="0" err="1"/>
                        <a:t>multipleCheck</a:t>
                      </a:r>
                      <a:r>
                        <a:rPr lang="de-DE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174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SelectField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u="sng" dirty="0"/>
                        <a:t>ID</a:t>
                      </a:r>
                      <a:r>
                        <a:rPr lang="de-DE" sz="1600" dirty="0"/>
                        <a:t> oder </a:t>
                      </a:r>
                      <a:r>
                        <a:rPr lang="de-DE" sz="1600" u="none" dirty="0"/>
                        <a:t>Index</a:t>
                      </a:r>
                      <a:r>
                        <a:rPr lang="de-DE" sz="1600" dirty="0"/>
                        <a:t> der ausgewählten/auszuwählenden Option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71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TextField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Beliebiger </a:t>
                      </a:r>
                      <a:r>
                        <a:rPr lang="de-DE" sz="1600" u="sng" dirty="0"/>
                        <a:t>Text</a:t>
                      </a:r>
                      <a:r>
                        <a:rPr lang="de-DE" sz="1600" dirty="0"/>
                        <a:t> oder beliebige </a:t>
                      </a:r>
                      <a:r>
                        <a:rPr lang="de-DE" sz="1600" u="sng" dirty="0"/>
                        <a:t>Zahl</a:t>
                      </a:r>
                      <a:r>
                        <a:rPr lang="de-DE" sz="1600" dirty="0"/>
                        <a:t> (Rückgabe abhängig von konfigurierter Eigenschaft </a:t>
                      </a:r>
                      <a:r>
                        <a:rPr lang="de-DE" sz="1600" dirty="0" err="1"/>
                        <a:t>datatype</a:t>
                      </a:r>
                      <a:r>
                        <a:rPr lang="de-DE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52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SplitField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Beliebiger Text, beliebige Zahl oder </a:t>
                      </a:r>
                      <a:r>
                        <a:rPr lang="de-DE" sz="1600" u="sng" dirty="0"/>
                        <a:t>Array von Werten</a:t>
                      </a:r>
                      <a:r>
                        <a:rPr lang="de-DE" sz="1600" dirty="0"/>
                        <a:t> (Rückgabe abhängig von konfigurierter Eigenschaft </a:t>
                      </a:r>
                      <a:r>
                        <a:rPr lang="de-DE" sz="1600" dirty="0" err="1"/>
                        <a:t>datatype</a:t>
                      </a:r>
                      <a:r>
                        <a:rPr lang="de-DE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576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ListField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u="sng" dirty="0"/>
                        <a:t>Array von Werten</a:t>
                      </a:r>
                      <a:r>
                        <a:rPr lang="de-DE" sz="1600" u="none" dirty="0"/>
                        <a:t> </a:t>
                      </a:r>
                      <a:r>
                        <a:rPr lang="de-DE" sz="1600" dirty="0"/>
                        <a:t>(Wert = Text oder Zahl, abhängig von konfigurierter Eigenschaft </a:t>
                      </a:r>
                      <a:r>
                        <a:rPr lang="de-DE" sz="1600" dirty="0" err="1"/>
                        <a:t>datatype</a:t>
                      </a:r>
                      <a:r>
                        <a:rPr lang="de-DE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18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TableField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Array von Arrays von Werten, innere Arrays müssen in Länge und Reihenfolge zu den Attributen der Tabelle passen</a:t>
                      </a:r>
                    </a:p>
                    <a:p>
                      <a:r>
                        <a:rPr lang="de-DE" sz="1600" dirty="0"/>
                        <a:t>Array von Objekten oder Maps, Objekte/Maps können Attribute in beliebiger Reihenfolge definieren oder weglassen</a:t>
                      </a:r>
                    </a:p>
                    <a:p>
                      <a:r>
                        <a:rPr lang="de-DE" sz="1600" u="sng" dirty="0"/>
                        <a:t>Array von </a:t>
                      </a:r>
                      <a:r>
                        <a:rPr lang="de-DE" sz="1600" u="sng" dirty="0" err="1"/>
                        <a:t>ObjectField</a:t>
                      </a:r>
                      <a:r>
                        <a:rPr lang="de-DE" sz="1600" u="sng" dirty="0"/>
                        <a:t>-Instanzen</a:t>
                      </a:r>
                      <a:r>
                        <a:rPr lang="de-DE" sz="1600" u="none" dirty="0"/>
                        <a:t> (</a:t>
                      </a:r>
                      <a:r>
                        <a:rPr lang="de-DE" sz="1600" b="0" u="none" dirty="0"/>
                        <a:t>für Rückgabe als </a:t>
                      </a:r>
                      <a:r>
                        <a:rPr lang="de-DE" sz="1600" b="1" u="none" dirty="0"/>
                        <a:t>Array von Maps: </a:t>
                      </a:r>
                      <a:r>
                        <a:rPr lang="de-DE" sz="1600" b="1" u="none" dirty="0" err="1"/>
                        <a:t>valueOf</a:t>
                      </a:r>
                      <a:r>
                        <a:rPr lang="de-DE" sz="1600" b="1" u="none" dirty="0"/>
                        <a:t>()</a:t>
                      </a:r>
                      <a:r>
                        <a:rPr lang="de-DE" sz="1600" b="0" u="none" dirty="0"/>
                        <a:t>-Methode verwenden</a:t>
                      </a:r>
                      <a:r>
                        <a:rPr lang="de-DE" sz="1600" u="none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83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ObjectField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Analog zu Inhalten bei </a:t>
                      </a:r>
                      <a:r>
                        <a:rPr lang="de-DE" sz="1600" dirty="0" err="1"/>
                        <a:t>TableField</a:t>
                      </a:r>
                      <a:r>
                        <a:rPr lang="de-DE" sz="1600" dirty="0"/>
                        <a:t>: Array, Objekt oder </a:t>
                      </a:r>
                      <a:r>
                        <a:rPr lang="de-DE" sz="1600" u="sng" dirty="0" err="1"/>
                        <a:t>Map</a:t>
                      </a:r>
                      <a:endParaRPr lang="de-DE" sz="16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997853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EE660B-C054-D9C0-0EBA-FA94E15C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9E8-7AA0-4934-800F-ACADDA5CF69E}" type="datetime1">
              <a:rPr lang="de-DE" smtClean="0"/>
              <a:t>18.02.2026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73DFBF-B36A-5662-63BD-E4EF6CC9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B07738-0E7A-FE7A-65E1-F153C857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97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E3F2CE-FAA3-BDC8-E69B-2CFE3C5BC60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Ergänzung zu </a:t>
            </a:r>
            <a:r>
              <a:rPr lang="de-DE" dirty="0" err="1"/>
              <a:t>getValue</a:t>
            </a:r>
            <a:r>
              <a:rPr lang="de-DE" dirty="0"/>
              <a:t>() und </a:t>
            </a:r>
            <a:r>
              <a:rPr lang="de-DE" dirty="0" err="1"/>
              <a:t>setValue</a:t>
            </a:r>
            <a:r>
              <a:rPr lang="de-DE" dirty="0"/>
              <a:t>(…)-Methode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AE7C636D-5D95-8EC8-9D1B-697FBF01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5258435"/>
            <a:ext cx="11880000" cy="1041565"/>
          </a:xfrm>
        </p:spPr>
        <p:txBody>
          <a:bodyPr>
            <a:noAutofit/>
          </a:bodyPr>
          <a:lstStyle/>
          <a:p>
            <a:r>
              <a:rPr lang="de-DE" sz="1800" dirty="0"/>
              <a:t>Hinweise: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alle aufgelisteten Datentypen sind für die </a:t>
            </a:r>
            <a:r>
              <a:rPr lang="de-DE" sz="1800" dirty="0" err="1"/>
              <a:t>setValue</a:t>
            </a:r>
            <a:r>
              <a:rPr lang="de-DE" sz="1800" dirty="0"/>
              <a:t>(…)-Methode möglich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die unterstrichenen Datentypen entsprechen den Rückgaben der </a:t>
            </a:r>
            <a:r>
              <a:rPr lang="de-DE" sz="1800" dirty="0" err="1"/>
              <a:t>getValue</a:t>
            </a:r>
            <a:r>
              <a:rPr lang="de-DE" sz="1800" dirty="0"/>
              <a:t>()-Methode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die </a:t>
            </a:r>
            <a:r>
              <a:rPr lang="de-DE" sz="1800" dirty="0" err="1"/>
              <a:t>valueOf</a:t>
            </a:r>
            <a:r>
              <a:rPr lang="de-DE" sz="1800" dirty="0"/>
              <a:t>()-Methode entspricht in der Regel der </a:t>
            </a:r>
            <a:r>
              <a:rPr lang="de-DE" sz="1800" dirty="0" err="1"/>
              <a:t>getValue</a:t>
            </a:r>
            <a:r>
              <a:rPr lang="de-DE" sz="1800" dirty="0"/>
              <a:t>()-Methode</a:t>
            </a:r>
          </a:p>
        </p:txBody>
      </p:sp>
    </p:spTree>
    <p:extLst>
      <p:ext uri="{BB962C8B-B14F-4D97-AF65-F5344CB8AC3E}">
        <p14:creationId xmlns:p14="http://schemas.microsoft.com/office/powerpoint/2010/main" val="20677803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F761-FD2F-AC83-0E87-9B4601C1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0C79E37-D519-9480-E5B1-8277BFCD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InfoFieldInteractor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3D55E285-6E88-B524-46E1-2EF3AFD09E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FD4D52-172F-CB28-BFCE-2155761B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F0F1-5D15-441C-A2CC-A5BB207F676B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D61D17-3BBC-57D5-43D0-98DBE336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851F86-8904-B3AC-1AC3-2CC1C9A3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6544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E1313-D409-CE8A-DA2F-74FC86A9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C80923C-C3BE-5349-C94A-24EFC98BB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CheckFieldInteractor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4479D9AF-0169-4DCD-AA16-3D4A188805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510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getOptions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alle möglichen Optionen des Ankreuzfelds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83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getCheckedOptions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alle angekreuzten Optionen des Ankreuzfelds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76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getUncheckedOptions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alle nicht angekreuzten Optionen des Ankreuzfelds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848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getOptionNames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die Namen aller möglichen Optionen des Ankreuzfelds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58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getCheckedOptionNames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die Namen aller angekreuzten Optionen des Ankreuzfelds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0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getUncheckedOptionNames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die Namen aller nicht angekreuzten Optionen des Ankreuzfelds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064796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2B4FEB-F1B8-63F4-8D10-012E692A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270B-35C1-4112-918E-240A0DDFC40E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FE7F09-544F-9C8B-5784-AE542EC4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34A1CA-60FF-AFD5-38DD-AD3368C5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99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9412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C667-AEB5-4E2E-3F91-596382E2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9C895C4-5321-6945-98D1-A97B6DA9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SelectFieldInteractor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5462B790-92AE-8FB4-AFD8-39E09176F1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getOptions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alle möglichen Optionen des Auswahlfelds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40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getOptionNames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die Namen aller möglichen Optionen des Auswahlfelds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7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getSelectedIndex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Index der aktuell ausgewählten Option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424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getSelectedName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Namen der aktuell ausgewählten Option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609337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E4A82F-8054-51FA-03DE-9C07456E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F0BF-D40D-41A4-8D2D-E26DA119D2B2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50F6CA-70A1-02CA-4F71-707ED4C4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EF1C49-B8F0-C9E3-8721-1F8EABED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5840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930E-65D4-5AC6-61C1-184BF7B9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8F7D2371-3442-B7D3-28F2-80C45BB7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TextFieldInteractor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28C895D9-ADFB-084C-938D-1A4D332FF83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1260475"/>
          <a:ext cx="11880850" cy="4704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Zeichen an der Stelle '</a:t>
                      </a:r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'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endsWith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endPosition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der Feldinhalt auf '</a:t>
                      </a:r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' endet</a:t>
                      </a:r>
                    </a:p>
                    <a:p>
                      <a:r>
                        <a:rPr lang="de-DE" sz="1600" dirty="0"/>
                        <a:t>Durch '</a:t>
                      </a:r>
                      <a:r>
                        <a:rPr lang="de-DE" sz="1600" dirty="0" err="1"/>
                        <a:t>endPosition</a:t>
                      </a:r>
                      <a:r>
                        <a:rPr lang="de-DE" sz="1600" dirty="0"/>
                        <a:t>' kann das Ende temporär versetzt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position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der Feldinhalt '</a:t>
                      </a:r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' beinhaltet*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indexOf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position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Index des ersten Vorkommens von '</a:t>
                      </a:r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' im Feld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lastIndexOf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position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Index des letzten Vorkommens von '</a:t>
                      </a:r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' im Feld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regexp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Treffer von '</a:t>
                      </a:r>
                      <a:r>
                        <a:rPr lang="de-DE" sz="1600" dirty="0" err="1"/>
                        <a:t>regexp</a:t>
                      </a:r>
                      <a:r>
                        <a:rPr lang="de-DE" sz="1600" dirty="0"/>
                        <a:t>' im Feldinhalt zurück**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5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matchAll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regexp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die Treffer von '</a:t>
                      </a:r>
                      <a:r>
                        <a:rPr lang="de-DE" sz="1600" dirty="0" err="1"/>
                        <a:t>regexp</a:t>
                      </a:r>
                      <a:r>
                        <a:rPr lang="de-DE" sz="1600" dirty="0"/>
                        <a:t>' im Feldinhalt als Iterator zurück**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regexp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Index des ersten Treffers von '</a:t>
                      </a:r>
                      <a:r>
                        <a:rPr lang="de-DE" sz="1600" dirty="0" err="1"/>
                        <a:t>regexp</a:t>
                      </a:r>
                      <a:r>
                        <a:rPr lang="de-DE" sz="1600" dirty="0"/>
                        <a:t>' im Feldinhalt zurück**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separator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limit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durch '</a:t>
                      </a:r>
                      <a:r>
                        <a:rPr lang="de-DE" sz="1600" dirty="0" err="1"/>
                        <a:t>separator</a:t>
                      </a:r>
                      <a:r>
                        <a:rPr lang="de-DE" sz="1600" dirty="0"/>
                        <a:t>' unterteilten Feldinhalt zurück**</a:t>
                      </a:r>
                    </a:p>
                    <a:p>
                      <a:r>
                        <a:rPr lang="de-DE" sz="1600" dirty="0"/>
                        <a:t>Durch '</a:t>
                      </a:r>
                      <a:r>
                        <a:rPr lang="de-DE" sz="1600" dirty="0" err="1"/>
                        <a:t>limit</a:t>
                      </a:r>
                      <a:r>
                        <a:rPr lang="de-DE" sz="1600" dirty="0"/>
                        <a:t>' kann die Anzahl der zurückgegebenen Teile begrenzt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4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startsWith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position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der Feldinhalt mit '</a:t>
                      </a:r>
                      <a:r>
                        <a:rPr lang="de-DE" sz="1600" dirty="0" err="1"/>
                        <a:t>searchString</a:t>
                      </a:r>
                      <a:r>
                        <a:rPr lang="de-DE" sz="1600" dirty="0"/>
                        <a:t>' anfängt</a:t>
                      </a:r>
                    </a:p>
                    <a:p>
                      <a:r>
                        <a:rPr lang="de-DE" sz="1600" dirty="0"/>
                        <a:t>Durch '</a:t>
                      </a:r>
                      <a:r>
                        <a:rPr lang="de-DE" sz="1600" dirty="0" err="1"/>
                        <a:t>position</a:t>
                      </a:r>
                      <a:r>
                        <a:rPr lang="de-DE" sz="1600" dirty="0"/>
                        <a:t>' kann der Start temporär versetzt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83047"/>
                  </a:ext>
                </a:extLst>
              </a:tr>
            </a:tbl>
          </a:graphicData>
        </a:graphic>
      </p:graphicFrame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F7282A-B656-4EE2-BC75-EAB24E9C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5958000"/>
            <a:ext cx="11880000" cy="522000"/>
          </a:xfrm>
        </p:spPr>
        <p:txBody>
          <a:bodyPr anchor="t">
            <a:noAutofit/>
          </a:bodyPr>
          <a:lstStyle/>
          <a:p>
            <a:pPr>
              <a:tabLst>
                <a:tab pos="263525" algn="l"/>
              </a:tabLst>
            </a:pPr>
            <a:r>
              <a:rPr lang="de-DE" sz="1600" dirty="0"/>
              <a:t>*:	Durch '</a:t>
            </a:r>
            <a:r>
              <a:rPr lang="de-DE" sz="1600" dirty="0" err="1"/>
              <a:t>position</a:t>
            </a:r>
            <a:r>
              <a:rPr lang="de-DE" sz="1600" dirty="0"/>
              <a:t>' kann definiert werden, ab welcher Stelle gesucht wird</a:t>
            </a:r>
          </a:p>
          <a:p>
            <a:pPr>
              <a:tabLst>
                <a:tab pos="263525" algn="l"/>
              </a:tabLst>
            </a:pPr>
            <a:r>
              <a:rPr lang="de-DE" sz="1600" dirty="0"/>
              <a:t>**:	Möglichkeiten für '</a:t>
            </a:r>
            <a:r>
              <a:rPr lang="de-DE" sz="1600" dirty="0" err="1"/>
              <a:t>regexp</a:t>
            </a:r>
            <a:r>
              <a:rPr lang="de-DE" sz="1600" dirty="0"/>
              <a:t>' bzw. '</a:t>
            </a:r>
            <a:r>
              <a:rPr lang="de-DE" sz="1600" dirty="0" err="1"/>
              <a:t>separator</a:t>
            </a:r>
            <a:r>
              <a:rPr lang="de-DE" sz="1600" dirty="0"/>
              <a:t>': siehe JavaScript-String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905DB7-0EF9-B40B-F7AE-B0FF868B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01ED-C2A8-48D8-8491-838637DDC6CE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952228-12AC-68C3-3072-26A5DDD5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27D415-0592-F268-1288-CE3E1F00D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101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5287FE-2088-3A38-6F02-6252848D8DA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Von String (JavaScript) übernommene, lesende Methoden: </a:t>
            </a:r>
          </a:p>
        </p:txBody>
      </p:sp>
    </p:spTree>
    <p:extLst>
      <p:ext uri="{BB962C8B-B14F-4D97-AF65-F5344CB8AC3E}">
        <p14:creationId xmlns:p14="http://schemas.microsoft.com/office/powerpoint/2010/main" val="343684396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7203D-AAF6-BE50-2892-073755CD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E4BA898-60E7-7608-3060-8FF52F82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TextFieldInteractor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AD9462CA-E651-CAEB-23F3-F2B816B427C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1260475"/>
          <a:ext cx="11880850" cy="4079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concat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Hängt '</a:t>
                      </a:r>
                      <a:r>
                        <a:rPr lang="de-DE" sz="1600" dirty="0" err="1"/>
                        <a:t>str</a:t>
                      </a:r>
                      <a:r>
                        <a:rPr lang="de-DE" sz="1600" dirty="0"/>
                        <a:t>' an den bestehenden Feldinhalt 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repeat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count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den Inhalt auf '</a:t>
                      </a:r>
                      <a:r>
                        <a:rPr lang="de-DE" sz="1600" dirty="0" err="1"/>
                        <a:t>count</a:t>
                      </a:r>
                      <a:r>
                        <a:rPr lang="de-DE" sz="1600" dirty="0"/>
                        <a:t>' Kopien des bisherigen Feldinhalts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pattern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replacement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Ersetzt den ersten Treffer von '</a:t>
                      </a:r>
                      <a:r>
                        <a:rPr lang="de-DE" sz="1600" dirty="0" err="1"/>
                        <a:t>pattern</a:t>
                      </a:r>
                      <a:r>
                        <a:rPr lang="de-DE" sz="1600" dirty="0"/>
                        <a:t>' mit '</a:t>
                      </a:r>
                      <a:r>
                        <a:rPr lang="de-DE" sz="1600" dirty="0" err="1"/>
                        <a:t>replacement</a:t>
                      </a:r>
                      <a:r>
                        <a:rPr lang="de-DE" sz="1600" dirty="0"/>
                        <a:t>'*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replaceAll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pattern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replacement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Ersetzt alle Treffer von '</a:t>
                      </a:r>
                      <a:r>
                        <a:rPr lang="de-DE" sz="1600" dirty="0" err="1"/>
                        <a:t>pattern</a:t>
                      </a:r>
                      <a:r>
                        <a:rPr lang="de-DE" sz="1600" dirty="0"/>
                        <a:t>' mit '</a:t>
                      </a:r>
                      <a:r>
                        <a:rPr lang="de-DE" sz="1600" dirty="0" err="1"/>
                        <a:t>replacement</a:t>
                      </a:r>
                      <a:r>
                        <a:rPr lang="de-DE" sz="1600" dirty="0"/>
                        <a:t>'*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indexStart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indexEnd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Setzt den Inhalt auf den bisherigen Inhalt von '</a:t>
                      </a:r>
                      <a:r>
                        <a:rPr lang="de-DE" sz="1600" dirty="0" err="1"/>
                        <a:t>indexStart</a:t>
                      </a:r>
                      <a:r>
                        <a:rPr lang="de-DE" sz="1600" dirty="0"/>
                        <a:t>' bis '</a:t>
                      </a:r>
                      <a:r>
                        <a:rPr lang="de-DE" sz="1600" dirty="0" err="1"/>
                        <a:t>indexEnd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toLowerCase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Konvertiert den Feldinhalt in ausschließlich Kleinbuchstaben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5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toUpperCase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Konvertiert den Feldinhalt in ausschließlich Großbuchstaben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trim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Schneidet die Weißzeichen an Anfang und Ende des Feldinhalts 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trimEnd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Schneidet die Weißzeichen am Ende des Feldinhalts 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4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trimStart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Schneidet die Weißzeichen am Anfang des Feldinhalts 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83047"/>
                  </a:ext>
                </a:extLst>
              </a:tr>
            </a:tbl>
          </a:graphicData>
        </a:graphic>
      </p:graphicFrame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794E55-0CFE-0030-61E4-C62504F4A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5339715"/>
            <a:ext cx="11880000" cy="1140285"/>
          </a:xfrm>
        </p:spPr>
        <p:txBody>
          <a:bodyPr anchor="t">
            <a:noAutofit/>
          </a:bodyPr>
          <a:lstStyle/>
          <a:p>
            <a:pPr>
              <a:tabLst>
                <a:tab pos="263525" algn="l"/>
              </a:tabLst>
            </a:pPr>
            <a:r>
              <a:rPr lang="de-DE" sz="1600" dirty="0"/>
              <a:t>*:	 Möglichkeiten für </a:t>
            </a:r>
            <a:r>
              <a:rPr lang="de-DE" sz="1600" dirty="0" err="1"/>
              <a:t>pattern</a:t>
            </a:r>
            <a:r>
              <a:rPr lang="de-DE" sz="1600" dirty="0"/>
              <a:t> und </a:t>
            </a:r>
            <a:r>
              <a:rPr lang="de-DE" sz="1600" dirty="0" err="1"/>
              <a:t>replacement</a:t>
            </a:r>
            <a:r>
              <a:rPr lang="de-DE" sz="1600" dirty="0"/>
              <a:t>: siehe JavaScript-String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8C0F26-157F-37E3-0581-DE4335F5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E4851-D0F0-4E24-BC57-4779C67EDE7E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AA9C3A-CE58-16EA-1EBC-0849B634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5BD033-952F-5C97-0576-80AB74CF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102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EC8BFA-2F04-0648-5F8B-0E84C049327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Von String (JavaScript) übernommene, verändernde Methoden: </a:t>
            </a:r>
          </a:p>
        </p:txBody>
      </p:sp>
    </p:spTree>
    <p:extLst>
      <p:ext uri="{BB962C8B-B14F-4D97-AF65-F5344CB8AC3E}">
        <p14:creationId xmlns:p14="http://schemas.microsoft.com/office/powerpoint/2010/main" val="20060526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1A0FD-5505-39C1-5A95-9D051A58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E4CE1D4-A593-923B-B5E9-A06DEF7E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TextFieldInteractor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38F9531D-F324-FA02-FDF9-AF7644EF6A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1260475"/>
          <a:ext cx="11916680" cy="2433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asNumber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Feldinhalt als Zahl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8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getLength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Länge des Feldinhalts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33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, 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Schiebt '</a:t>
                      </a:r>
                      <a:r>
                        <a:rPr lang="de-DE" sz="1600" dirty="0" err="1"/>
                        <a:t>str</a:t>
                      </a:r>
                      <a:r>
                        <a:rPr lang="de-DE" sz="1600" dirty="0"/>
                        <a:t>' an der Stelle '</a:t>
                      </a:r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' in den bestehenden Feldinhalt 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indexStart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indexEnd</a:t>
                      </a:r>
                      <a:r>
                        <a:rPr lang="de-DE" sz="1600" dirty="0"/>
                        <a:t> = </a:t>
                      </a:r>
                      <a:r>
                        <a:rPr lang="de-DE" sz="1600" dirty="0" err="1"/>
                        <a:t>indexStart</a:t>
                      </a:r>
                      <a:r>
                        <a:rPr lang="de-DE" sz="1600" dirty="0"/>
                        <a:t>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Entfernt den bisherigen Inhalt von '</a:t>
                      </a:r>
                      <a:r>
                        <a:rPr lang="de-DE" sz="1600" dirty="0" err="1"/>
                        <a:t>indexStart</a:t>
                      </a:r>
                      <a:r>
                        <a:rPr lang="de-DE" sz="1600" dirty="0"/>
                        <a:t>' bis '</a:t>
                      </a:r>
                      <a:r>
                        <a:rPr lang="de-DE" sz="1600" dirty="0" err="1"/>
                        <a:t>indexEnd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replaceAt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, ...</a:t>
                      </a:r>
                      <a:r>
                        <a:rPr lang="de-DE" sz="1600" dirty="0" err="1"/>
                        <a:t>str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Ersetzt das Zeichen an der Stelle '</a:t>
                      </a:r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' mit '</a:t>
                      </a:r>
                      <a:r>
                        <a:rPr lang="de-DE" sz="1600" dirty="0" err="1"/>
                        <a:t>str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854786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C7D5D-31C4-AB5B-132C-2B777930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6FC2-828C-40B7-BA8F-329C52C6D2FA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B4F3B0-F65E-36D5-5ACF-519B6101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247D9D-7D83-CA4A-2616-3B4FF0F7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103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C50694-9575-3E48-26BD-B8A015B2106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Zusätzlich zu String (JavaScript) implementierte Methoden: </a:t>
            </a:r>
          </a:p>
        </p:txBody>
      </p:sp>
    </p:spTree>
    <p:extLst>
      <p:ext uri="{BB962C8B-B14F-4D97-AF65-F5344CB8AC3E}">
        <p14:creationId xmlns:p14="http://schemas.microsoft.com/office/powerpoint/2010/main" val="288809832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2646-5EF1-1763-3A39-9BCE0910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8B90B34-E293-1D4C-EF5B-3DF9B0CA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ListableFieldInteractor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55968A30-81BE-FEA3-4A28-BBEA3BC7FC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1260475"/>
          <a:ext cx="11880850" cy="4820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Eintrag an der Stelle '</a:t>
                      </a:r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'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entries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einen Iterator über Index-Eintrag-Paare des 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für alle Einträge wahr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ersten Eintrag zurück, für den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wahr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ersten Index zurück, an dem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wahr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findLast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letzten Eintrag zurück, für den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wahr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5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findLastIndex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letzten Index zurück, an dem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wahr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forEach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Führt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für alle Einträge des Felds aus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separator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Einträge des Felds durch '</a:t>
                      </a:r>
                      <a:r>
                        <a:rPr lang="de-DE" sz="1600" dirty="0" err="1"/>
                        <a:t>seperator</a:t>
                      </a:r>
                      <a:r>
                        <a:rPr lang="de-DE" sz="1600" dirty="0"/>
                        <a:t>' getrennt als Text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4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einen Iterator über die Indizes der Einträge des 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83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zurück, ob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für min. einen Eintrag wahr 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49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einen Iterator über die Einträge des 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361524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CD1FBA-398A-1718-A65E-BD88CBDCB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4C454-8978-48F6-A83F-5621B4E43E3D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6E541B-A68C-47E1-5E69-5189C9381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0AB1F2-87FE-6C34-3D3E-C161BC7B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104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4D747E-D6FE-2EF1-15A6-4D8DE620EBE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Von Array (JavaScript) übernommene, lesende Methoden: </a:t>
            </a:r>
          </a:p>
        </p:txBody>
      </p:sp>
    </p:spTree>
    <p:extLst>
      <p:ext uri="{BB962C8B-B14F-4D97-AF65-F5344CB8AC3E}">
        <p14:creationId xmlns:p14="http://schemas.microsoft.com/office/powerpoint/2010/main" val="377415620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598E8-CDA0-9EF4-2214-2CDBD4DE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FA7D12F-C680-3817-3DA6-E86DCC48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ListableFieldInteractor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77B4585E-8D90-790F-19D0-61880A6432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1260475"/>
          <a:ext cx="11880850" cy="502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concat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Hängt '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de-DE" sz="1600" dirty="0"/>
                        <a:t>' an die bestehenden Einträge 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fill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,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den Wert aller Einträge von '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' bis 'end' auf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filter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alle Einträge, die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nicht erfüllen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den letzten Eintrag des Felds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Ersetzt alle Einträge durch ihr jeweiliges Ergebnis der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2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…</a:t>
                      </a:r>
                      <a:r>
                        <a:rPr lang="de-DE" sz="1600" dirty="0" err="1"/>
                        <a:t>element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Hängt '</a:t>
                      </a:r>
                      <a:r>
                        <a:rPr lang="de-DE" sz="1600" dirty="0" err="1"/>
                        <a:t>element</a:t>
                      </a:r>
                      <a:r>
                        <a:rPr lang="de-DE" sz="1600" dirty="0"/>
                        <a:t>' an die bestehenden Einträge 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Kehrt die Reihenfolge der Einträge 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5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Entfernt den ersten Eintrag des Felds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,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den Inhalt auf den bisherigen Inhalt von '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' bis 'end'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compareFn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Sortiert die Einträge entsprechend der Vergleichsfunktion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4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splice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deleteCount</a:t>
                      </a:r>
                      <a:r>
                        <a:rPr lang="de-DE" sz="1600" dirty="0"/>
                        <a:t>, …item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'</a:t>
                      </a:r>
                      <a:r>
                        <a:rPr lang="de-DE" sz="1600" dirty="0" err="1"/>
                        <a:t>deleteCount</a:t>
                      </a:r>
                      <a:r>
                        <a:rPr lang="de-DE" sz="1600" dirty="0"/>
                        <a:t>' Einträge ab '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' und/oder fügt ab '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' die neuen Einträge 'item' 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83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unshift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…</a:t>
                      </a:r>
                      <a:r>
                        <a:rPr lang="de-DE" sz="1600" dirty="0" err="1"/>
                        <a:t>element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Schiebt '</a:t>
                      </a:r>
                      <a:r>
                        <a:rPr lang="de-DE" sz="1600" dirty="0" err="1"/>
                        <a:t>element</a:t>
                      </a:r>
                      <a:r>
                        <a:rPr lang="de-DE" sz="1600" dirty="0"/>
                        <a:t>' als erste Einträge 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412905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1C2EFF-0667-24A0-F88F-91C5A44E0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48AC-1C00-4434-848B-BB38D771E2F3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DAB65A-9C2D-C97E-D69E-5EEACDCF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CFC483-DEB4-7558-438C-E76E4C37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105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E87F7F-2577-6F76-B4C9-C6574048BBF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Von Array (JavaScript) übernommene, verändernde Methoden: </a:t>
            </a:r>
          </a:p>
        </p:txBody>
      </p:sp>
    </p:spTree>
    <p:extLst>
      <p:ext uri="{BB962C8B-B14F-4D97-AF65-F5344CB8AC3E}">
        <p14:creationId xmlns:p14="http://schemas.microsoft.com/office/powerpoint/2010/main" val="41462248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67CA-6CFE-15B0-6BCC-17F857567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13A4B1F-96C4-5D1A-F3AC-36D979DC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ListableFieldInteractor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D23E0926-B462-6546-2741-F79A156C8B8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1260475"/>
          <a:ext cx="11880850" cy="2108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searchElement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mindestens ein Eintrag dem '</a:t>
                      </a:r>
                      <a:r>
                        <a:rPr lang="de-DE" sz="1600" dirty="0" err="1"/>
                        <a:t>searchElement</a:t>
                      </a:r>
                      <a:r>
                        <a:rPr lang="de-DE" sz="1600" dirty="0"/>
                        <a:t>' entspricht*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indexOf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searchElement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fromIndex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Index des ersten Eintrags, der '</a:t>
                      </a:r>
                      <a:r>
                        <a:rPr lang="de-DE" sz="1600" dirty="0" err="1"/>
                        <a:t>searchElement</a:t>
                      </a:r>
                      <a:r>
                        <a:rPr lang="de-DE" sz="1600" dirty="0"/>
                        <a:t>' entspricht,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lastIndexOf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searchElement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fromIndex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Index des letzten Eintrags, der '</a:t>
                      </a:r>
                      <a:r>
                        <a:rPr lang="de-DE" sz="1600" dirty="0" err="1"/>
                        <a:t>searchElement</a:t>
                      </a:r>
                      <a:r>
                        <a:rPr lang="de-DE" sz="1600" dirty="0"/>
                        <a:t>' entspricht,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</a:tbl>
          </a:graphicData>
        </a:graphic>
      </p:graphicFrame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2549057-F719-9E50-3EBC-266085FD7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3368675"/>
            <a:ext cx="11880000" cy="2931325"/>
          </a:xfrm>
        </p:spPr>
        <p:txBody>
          <a:bodyPr/>
          <a:lstStyle/>
          <a:p>
            <a:r>
              <a:rPr lang="de-DE" sz="1600" dirty="0"/>
              <a:t>*: Durch '</a:t>
            </a:r>
            <a:r>
              <a:rPr lang="de-DE" sz="1600" dirty="0" err="1"/>
              <a:t>fromIndex</a:t>
            </a:r>
            <a:r>
              <a:rPr lang="de-DE" sz="1600" dirty="0"/>
              <a:t>' kann definiert werden, ab welcher Stelle gesucht wird</a:t>
            </a:r>
          </a:p>
          <a:p>
            <a:endParaRPr lang="de-DE" sz="1600" dirty="0"/>
          </a:p>
          <a:p>
            <a:r>
              <a:rPr lang="de-DE" sz="1600" dirty="0"/>
              <a:t>Hinweis:	der Unterschied zwischen den hier aufgelisteten Methoden und denen der Array-Klasse von JavaScript liegt im 	Vergleich der Einträge, der im LeMoS durch eine </a:t>
            </a:r>
            <a:r>
              <a:rPr lang="de-DE" sz="1600" dirty="0" err="1"/>
              <a:t>equals</a:t>
            </a:r>
            <a:r>
              <a:rPr lang="de-DE" sz="1600" dirty="0"/>
              <a:t>-Methode ersetzt wurde (normalerweise via "===")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91D73D-F255-B0B1-920B-199BD78DD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20AE-FA6A-4ED9-AB78-CDC352748329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F9BD02-36CE-9258-DC6B-5D10E5993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31DA8C-8D29-A661-6BB6-C5F66A31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42BE26-CAEE-7C8B-A217-3F63A24584F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Von Array (JavaScript) übernommene, angepasste Methoden: </a:t>
            </a:r>
          </a:p>
        </p:txBody>
      </p:sp>
    </p:spTree>
    <p:extLst>
      <p:ext uri="{BB962C8B-B14F-4D97-AF65-F5344CB8AC3E}">
        <p14:creationId xmlns:p14="http://schemas.microsoft.com/office/powerpoint/2010/main" val="39856925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2EAC-8663-D3FD-B122-E9042F8D8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789361C-3859-73AB-9656-ACFEF952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ListableFieldInteractor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ED1046E9-7679-7D13-1126-BFF0E6317A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1260475"/>
          <a:ext cx="11880850" cy="4866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…</a:t>
                      </a:r>
                      <a:r>
                        <a:rPr lang="de-DE" sz="1600" dirty="0" err="1"/>
                        <a:t>element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Alias zur Methode 'push'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searchElement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Alias zur Methode '</a:t>
                      </a:r>
                      <a:r>
                        <a:rPr lang="de-DE" sz="1600" dirty="0" err="1"/>
                        <a:t>includes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ersten Eintrag des 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getLength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Anzahl der Einträge des 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65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, ...item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Fügt ab '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' die neuen Einträge 'item' 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letzten Eintrag des Felds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searchElement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Entfernt den ersten Eintrag, der '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searchElement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de-DE" sz="1600" dirty="0"/>
                        <a:t>entspricht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, end = 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alle Einträge von 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 bis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, ...item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Ersetzt den Eintrag an der Stelle '</a:t>
                      </a:r>
                      <a:r>
                        <a:rPr lang="de-DE" sz="1600" dirty="0" err="1"/>
                        <a:t>index</a:t>
                      </a:r>
                      <a:r>
                        <a:rPr lang="de-DE" sz="1600" dirty="0"/>
                        <a:t>' mit den Einträgen 'item'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4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unify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alle doppelten Einträge des Felds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83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withEmptyEntries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einen Interaktor desselben Felds zurück, in dem die leeren Einträge berücksichtigt werden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754186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BCEAD3-1488-0A42-6022-A5A2A3E6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4EEE-7F53-4979-8BD3-D68769B7CF9B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5AF647-0FDE-44F2-4518-057FE631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FBA39-6660-4DBD-7599-480CA5A2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107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380AE1-E1A9-06C6-CDA4-DBFBBF7F6F1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Zusätzlich zu Array (JavaScript) implementierte Methoden:</a:t>
            </a:r>
          </a:p>
        </p:txBody>
      </p:sp>
    </p:spTree>
    <p:extLst>
      <p:ext uri="{BB962C8B-B14F-4D97-AF65-F5344CB8AC3E}">
        <p14:creationId xmlns:p14="http://schemas.microsoft.com/office/powerpoint/2010/main" val="213312554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E3A5-042A-46AB-C604-7956569A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7F528A9-63AC-8916-4AE8-9E124F66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ListableFieldInteractor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C139BDE8-F6C3-8763-9381-35A4C5EF0F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1260475"/>
          <a:ext cx="11880850" cy="3708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Eintrag an der aktuellen Position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currentIndex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Index der aktuellen Position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findNext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callbackFn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nächsten Eintrag zurück, der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erfüllt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findPrevious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callbackFn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vorherigen Eintrag zurück, der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erfüllt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getIteratorPosition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die aktuelle Position des Iterators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hasNext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es einen nächsten Eintrag gibt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5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hasPrevious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zurück, ob es einen vorherigen Eintrag gibt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isAtEnd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die aktuelle Position dem Ende des Felds entspricht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isAtStart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zurück, ob die aktuelle Position dem Anfang des Felds entspricht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44774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6A1017-2B13-F0AF-90AC-85A1A2CD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12065-7261-4B81-B4EA-E4B281E1B027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50427A-96C8-CF08-F7CE-3A5D3967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586020-F9BF-9B40-BF54-A3A4E400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108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F4DC45-1B68-2D51-D381-6B34AFFC0F4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Zusätzlich zu Array (JavaScript) implementierte, iterierende Methoden:</a:t>
            </a:r>
          </a:p>
        </p:txBody>
      </p:sp>
    </p:spTree>
    <p:extLst>
      <p:ext uri="{BB962C8B-B14F-4D97-AF65-F5344CB8AC3E}">
        <p14:creationId xmlns:p14="http://schemas.microsoft.com/office/powerpoint/2010/main" val="77041101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082B-18C5-EDF2-78A6-B0102167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04A1D7A-3172-D283-E073-F3FF1245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ListableFieldInteractor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43FBAFBF-68AB-A148-C949-ADA11CC34F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1260475"/>
          <a:ext cx="11880850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next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nächsten Eintrag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previous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vorherigen Eintrag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restartIterator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Startet die Iteration von vorne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setIteratorPosition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position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die aktuelle Position des Iterators auf '</a:t>
                      </a:r>
                      <a:r>
                        <a:rPr lang="de-DE" sz="1600" dirty="0" err="1"/>
                        <a:t>position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setToEnd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Setzt die aktuelle Position auf das Ende des Felds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setToStart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Setzt die aktuelle Position auf den Anfang des Felds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51973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B73A8C-D8F0-B3C3-B2B2-A4F6C881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1B87-D4A4-4ECD-B0E6-1CC0FBA816F6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5F3D86-D1A4-A0E1-B58B-1D869EA5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8A91C7-B9D4-6D01-5DAA-7424A7F8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109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C04953-18D0-E8AB-8BD1-8B9E6817B2F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sz="1800" dirty="0"/>
              <a:t>Zusätzlich zu Array (JavaScript) implementierte, iterierende Methoden:</a:t>
            </a:r>
          </a:p>
        </p:txBody>
      </p:sp>
    </p:spTree>
    <p:extLst>
      <p:ext uri="{BB962C8B-B14F-4D97-AF65-F5344CB8AC3E}">
        <p14:creationId xmlns:p14="http://schemas.microsoft.com/office/powerpoint/2010/main" val="12457631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7EF9-FE94-A40D-1A6A-8627094C9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E39A6E5-57CE-6B8E-D693-933E0105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ListFieldInteractor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1082E7B2-17C0-D56F-E682-6088DA0A5DA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850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average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Durchschnitt aller Einträge des Listenfelds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46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Gibt das Maximum aller </a:t>
                      </a: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Einträge des Listenfelds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28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Gibt den Median aller Einträge des Listenfelds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50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minimum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Gibt das Minimum aller Einträge des Listenfelds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7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sum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Gibt die Summe aller Einträge des Listenfelds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394647"/>
                  </a:ext>
                </a:extLst>
              </a:tr>
            </a:tbl>
          </a:graphicData>
        </a:graphic>
      </p:graphicFrame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32A20DD-A9DD-4BF9-D190-E35D13EC9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3125153"/>
            <a:ext cx="11880000" cy="3174847"/>
          </a:xfrm>
        </p:spPr>
        <p:txBody>
          <a:bodyPr>
            <a:normAutofit/>
          </a:bodyPr>
          <a:lstStyle/>
          <a:p>
            <a:r>
              <a:rPr lang="de-DE" sz="1600" dirty="0"/>
              <a:t>*: Einträge müssen zu einer Zahl konvertierbar sein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07AE95-BE17-7C1A-0DA5-8D12131F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0296-2AD9-4AA1-974D-F5FE71E542A5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693DCA-67C6-E3D3-0ACF-65460D77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CC88AE-09F6-30C0-7EE5-FEE7B095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03026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09C6-B18D-C3C8-7AF8-05C6E2BC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DCAF299-5E1A-24F8-FEF8-AC833386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TableFieldInteractor</a:t>
            </a:r>
            <a:r>
              <a:rPr lang="de-DE" dirty="0"/>
              <a:t> (zusätzlich zu </a:t>
            </a:r>
            <a:r>
              <a:rPr lang="de-DE" dirty="0" err="1"/>
              <a:t>ListableFieldInteractor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64BD4E4D-64C3-C231-D312-60BDEA1DD16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510" cy="4958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1200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fillAttribute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attribute, value,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start = 0, end = length()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für alle Einträge von '</a:t>
                      </a:r>
                      <a:r>
                        <a:rPr lang="de-DE" sz="1600" dirty="0" err="1"/>
                        <a:t>start</a:t>
                      </a:r>
                      <a:r>
                        <a:rPr lang="de-DE" sz="1600" dirty="0"/>
                        <a:t>' bis 'end' den Wert des Attributs '</a:t>
                      </a:r>
                      <a:r>
                        <a:rPr lang="en-US" sz="1600" dirty="0"/>
                        <a:t>attribute</a:t>
                      </a:r>
                      <a:r>
                        <a:rPr lang="de-DE" sz="1600" dirty="0"/>
                        <a:t>' auf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39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findByAttribute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value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ersten Eintrag zurück, dessen Attribut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den Wert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 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45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findIndexByAttribute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attribute</a:t>
                      </a: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de-DE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value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ersten Index zurück, an dem das Attribut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den Wert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 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306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findLastByAttribute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attribute, value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letzten Eintrag zurück, dessen Attribut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den Wert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 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09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findLastIndexByAttribute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attribute, value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letzten Index zurück, an dem das Attribut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den Wert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 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70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findNextByAttribute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attribute, value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nächsten Eintrag zurück, dessen Attribut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den Wert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 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26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findPreviousByAttribute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attribute</a:t>
                      </a:r>
                      <a:r>
                        <a:rPr kumimoji="0" lang="de-D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de-DE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value</a:t>
                      </a: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vorherigen Eintrag zurück, dessen Attribut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den Wert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 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7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Werte des Attributs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aller Einträge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1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err="1"/>
                        <a:t>setAttribute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values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die Werte des Attributs '</a:t>
                      </a:r>
                      <a:r>
                        <a:rPr lang="de-DE" sz="1600" dirty="0" err="1"/>
                        <a:t>attribute</a:t>
                      </a:r>
                      <a:r>
                        <a:rPr lang="de-DE" sz="1600" dirty="0"/>
                        <a:t>' aller Einträge auf die Werte von '</a:t>
                      </a:r>
                      <a:r>
                        <a:rPr lang="de-DE" sz="1600" dirty="0" err="1"/>
                        <a:t>values</a:t>
                      </a:r>
                      <a:r>
                        <a:rPr lang="de-DE" sz="1600" dirty="0"/>
                        <a:t>'  (Länge von '</a:t>
                      </a:r>
                      <a:r>
                        <a:rPr lang="de-DE" sz="1600" dirty="0" err="1"/>
                        <a:t>values</a:t>
                      </a:r>
                      <a:r>
                        <a:rPr lang="de-DE" sz="1600" dirty="0"/>
                        <a:t>' muss der Anzahl der Einträge entsprechen)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46065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82708A-E567-AB90-A8E0-636AA6F3F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5DCF0-B386-4653-A2CD-70FC5E581B37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E45012-2077-C484-3310-BBCFFEFF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19476-3B5D-C0DB-42AF-AF6FC01D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2307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FD58-C42E-BDD5-C351-A51560CA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418499B-C9AF-E49B-FBAC-C5892028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ObjectFieldInteractor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FAC16BA6-5B6E-95CC-AD4B-C0230A129EA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1260475"/>
          <a:ext cx="11880850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entries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einen Iterator über Name-Feld-Paare des Tabelleneintrags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forEach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callbackFn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Führt die Funktion '</a:t>
                      </a:r>
                      <a:r>
                        <a:rPr lang="de-DE" sz="1600" dirty="0" err="1"/>
                        <a:t>callbackFn</a:t>
                      </a:r>
                      <a:r>
                        <a:rPr lang="de-DE" sz="1600" dirty="0"/>
                        <a:t>' für Felder des Tabelleneintrags aus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key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einen Interaktor für das Feld mit dem Namen '</a:t>
                      </a:r>
                      <a:r>
                        <a:rPr lang="de-DE" sz="1600" dirty="0" err="1"/>
                        <a:t>key</a:t>
                      </a:r>
                      <a:r>
                        <a:rPr lang="de-DE" sz="1600" dirty="0"/>
                        <a:t>'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de-DE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Gibt zurück, ob der </a:t>
                      </a:r>
                      <a:r>
                        <a:rPr lang="de-DE" sz="1600" dirty="0"/>
                        <a:t>Tabelleneintrag ein Feld mit dem Namen '</a:t>
                      </a:r>
                      <a:r>
                        <a:rPr lang="de-DE" sz="1600" dirty="0" err="1"/>
                        <a:t>key</a:t>
                      </a:r>
                      <a:r>
                        <a:rPr lang="de-DE" sz="1600" dirty="0"/>
                        <a:t>' hat*</a:t>
                      </a:r>
                      <a:endParaRPr lang="de-DE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einen Iterator über die Namen der Felder des Tabelleneintrags zurück*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einen Iterator über die Felder des Tabelleneintrags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51973"/>
                  </a:ext>
                </a:extLst>
              </a:tr>
            </a:tbl>
          </a:graphicData>
        </a:graphic>
      </p:graphicFrame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697DCA4-F5E4-7379-003C-869581C78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3856355"/>
            <a:ext cx="11880000" cy="2443645"/>
          </a:xfrm>
        </p:spPr>
        <p:txBody>
          <a:bodyPr>
            <a:normAutofit/>
          </a:bodyPr>
          <a:lstStyle/>
          <a:p>
            <a:r>
              <a:rPr lang="de-DE" sz="1600" dirty="0"/>
              <a:t>*: Der Name eines Felds entspricht der konfigurierten ID des Felds</a:t>
            </a:r>
          </a:p>
          <a:p>
            <a:endParaRPr lang="de-DE" sz="1600" dirty="0"/>
          </a:p>
          <a:p>
            <a:r>
              <a:rPr lang="de-DE" sz="1600" dirty="0"/>
              <a:t>Hinweis: </a:t>
            </a:r>
            <a:r>
              <a:rPr lang="de-DE" sz="1600" dirty="0" err="1"/>
              <a:t>ObjectFields</a:t>
            </a:r>
            <a:r>
              <a:rPr lang="de-DE" sz="1600" dirty="0"/>
              <a:t> referenzieren stets einen festen Index der zugehörigen Tabelle, daraus ergibt sich folgendes: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Das Hinzufügen oder Entfernen von Tabelleneinträgen kann den Inhalt von </a:t>
            </a:r>
            <a:r>
              <a:rPr lang="de-DE" sz="1600" dirty="0" err="1"/>
              <a:t>ObjectField</a:t>
            </a:r>
            <a:r>
              <a:rPr lang="de-DE" sz="1600" dirty="0"/>
              <a:t>-Instanzen verändern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Eine </a:t>
            </a:r>
            <a:r>
              <a:rPr lang="de-DE" sz="1600" dirty="0" err="1"/>
              <a:t>ObjectField</a:t>
            </a:r>
            <a:r>
              <a:rPr lang="de-DE" sz="1600" dirty="0"/>
              <a:t>-Instanz, die den letzten Eintrag einer Tabelle referenziert, wird ungültig, wenn ein Eintrag entfernt wird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A38B05-0202-3CF6-E964-88690B2E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FBEB-F54D-4372-BE6F-193CEF323ECB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782DA6-D97C-90A8-0B31-EED8BDB6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F8109B-F6FC-66D0-8FE5-297CE765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112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A61968-A32B-83E3-66AD-2B553E84FB9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Von </a:t>
            </a:r>
            <a:r>
              <a:rPr lang="de-DE" dirty="0" err="1"/>
              <a:t>Map</a:t>
            </a:r>
            <a:r>
              <a:rPr lang="de-DE" dirty="0"/>
              <a:t> (JavaScript) übernommene, lesende Methoden: </a:t>
            </a:r>
          </a:p>
        </p:txBody>
      </p:sp>
    </p:spTree>
    <p:extLst>
      <p:ext uri="{BB962C8B-B14F-4D97-AF65-F5344CB8AC3E}">
        <p14:creationId xmlns:p14="http://schemas.microsoft.com/office/powerpoint/2010/main" val="5323884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CBFD-9EFE-99AC-4FB8-A54A1BC3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3EF898F-BF16-E42A-4B02-3B50D312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ObjectFieldInteractor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E9C7D6C6-BA26-5EE3-AE7A-7AD139DCA08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1260475"/>
          <a:ext cx="1188085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den Inhalt des Felds mit dem Namen '</a:t>
                      </a:r>
                      <a:r>
                        <a:rPr lang="de-DE" sz="1600" dirty="0" err="1"/>
                        <a:t>key</a:t>
                      </a:r>
                      <a:r>
                        <a:rPr lang="de-DE" sz="1600" dirty="0"/>
                        <a:t>'*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key</a:t>
                      </a:r>
                      <a:r>
                        <a:rPr lang="de-DE" sz="1600" dirty="0"/>
                        <a:t>, </a:t>
                      </a:r>
                      <a:r>
                        <a:rPr lang="de-DE" sz="1600" dirty="0" err="1"/>
                        <a:t>value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Setzt den Inhalt des Felds mit dem Namen '</a:t>
                      </a:r>
                      <a:r>
                        <a:rPr lang="de-DE" sz="1600" dirty="0" err="1"/>
                        <a:t>key</a:t>
                      </a:r>
                      <a:r>
                        <a:rPr lang="de-DE" sz="1600" dirty="0"/>
                        <a:t>' auf '</a:t>
                      </a:r>
                      <a:r>
                        <a:rPr lang="de-DE" sz="1600" dirty="0" err="1"/>
                        <a:t>value</a:t>
                      </a:r>
                      <a:r>
                        <a:rPr lang="de-DE" sz="1600" dirty="0"/>
                        <a:t>'*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76505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AC86A9-FFA1-EA38-C313-973F564E8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023F4-F875-429F-B15E-F6AC0DCCA18C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FE54E5-14DE-4269-1D71-D943E799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4A4BD0-52CB-2854-820C-C0845A2E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113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D01F8D-1D3C-B632-9A77-43D44F5D38E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Von </a:t>
            </a:r>
            <a:r>
              <a:rPr lang="de-DE" dirty="0" err="1"/>
              <a:t>Map</a:t>
            </a:r>
            <a:r>
              <a:rPr lang="de-DE" dirty="0"/>
              <a:t> (JavaScript) übernommene, verändernde Methoden: 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AF2D9B3-D818-9E26-FB6F-B6F8FCE16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2372995"/>
            <a:ext cx="11880000" cy="3927005"/>
          </a:xfrm>
        </p:spPr>
        <p:txBody>
          <a:bodyPr/>
          <a:lstStyle/>
          <a:p>
            <a:r>
              <a:rPr lang="de-DE" sz="1600" dirty="0"/>
              <a:t>*: Der Name eines Felds entspricht der konfigurierten ID des Felds</a:t>
            </a:r>
          </a:p>
          <a:p>
            <a:endParaRPr lang="de-DE" sz="1600" dirty="0"/>
          </a:p>
          <a:p>
            <a:r>
              <a:rPr lang="de-DE" sz="1600" dirty="0"/>
              <a:t>Hinweis: </a:t>
            </a:r>
            <a:r>
              <a:rPr lang="de-DE" sz="1600" dirty="0" err="1"/>
              <a:t>ObjectFields</a:t>
            </a:r>
            <a:r>
              <a:rPr lang="de-DE" sz="1600" dirty="0"/>
              <a:t> referenzieren stets einen festen Index der zugehörigen Tabelle, daraus ergibt sich folgendes: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Das Hinzufügen oder Entfernen von Tabelleneinträgen kann den Inhalt von </a:t>
            </a:r>
            <a:r>
              <a:rPr lang="de-DE" sz="1600" dirty="0" err="1"/>
              <a:t>ObjectField</a:t>
            </a:r>
            <a:r>
              <a:rPr lang="de-DE" sz="1600" dirty="0"/>
              <a:t>-Instanzen verändern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Eine </a:t>
            </a:r>
            <a:r>
              <a:rPr lang="de-DE" sz="1600" dirty="0" err="1"/>
              <a:t>ObjectField</a:t>
            </a:r>
            <a:r>
              <a:rPr lang="de-DE" sz="1600" dirty="0"/>
              <a:t>-Instanz, die den letzten Eintrag einer Tabelle referenziert, wird ungültig, wenn ein Eintrag entfernt wird</a:t>
            </a:r>
          </a:p>
        </p:txBody>
      </p:sp>
    </p:spTree>
    <p:extLst>
      <p:ext uri="{BB962C8B-B14F-4D97-AF65-F5344CB8AC3E}">
        <p14:creationId xmlns:p14="http://schemas.microsoft.com/office/powerpoint/2010/main" val="270363736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A11C-8AC1-127B-4569-4619F3BA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AFD6E2C-C786-3E7D-2D42-E7A6B9DD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ObjectFieldInteractor</a:t>
            </a:r>
            <a:r>
              <a:rPr lang="de-DE" dirty="0"/>
              <a:t> (zusätzlich zu </a:t>
            </a:r>
            <a:r>
              <a:rPr lang="de-DE" dirty="0" err="1"/>
              <a:t>FieldInteractor</a:t>
            </a:r>
            <a:r>
              <a:rPr lang="de-DE" dirty="0"/>
              <a:t>)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E615FA9A-802D-4A0A-FEFC-37EA1F2C71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1260475"/>
          <a:ext cx="1188085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getLength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Anzahl der Felder des Tabelleneintrags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8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Alias zur Methode '</a:t>
                      </a:r>
                      <a:r>
                        <a:rPr lang="de-DE" sz="1600" dirty="0" err="1"/>
                        <a:t>delete</a:t>
                      </a:r>
                      <a:r>
                        <a:rPr lang="de-DE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</a:tbl>
          </a:graphicData>
        </a:graphic>
      </p:graphicFrame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2BE34A6-66C6-AAD7-9CA4-1A1DC1107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2372995"/>
            <a:ext cx="11880000" cy="3927005"/>
          </a:xfrm>
        </p:spPr>
        <p:txBody>
          <a:bodyPr/>
          <a:lstStyle/>
          <a:p>
            <a:r>
              <a:rPr lang="de-DE" sz="1600" dirty="0"/>
              <a:t>*: Der Name eines Felds entspricht der konfigurierten ID des Felds</a:t>
            </a:r>
          </a:p>
          <a:p>
            <a:endParaRPr lang="de-DE" sz="1600" dirty="0"/>
          </a:p>
          <a:p>
            <a:r>
              <a:rPr lang="de-DE" sz="1600" dirty="0"/>
              <a:t>Hinweis: </a:t>
            </a:r>
            <a:r>
              <a:rPr lang="de-DE" sz="1600" dirty="0" err="1"/>
              <a:t>ObjectFields</a:t>
            </a:r>
            <a:r>
              <a:rPr lang="de-DE" sz="1600" dirty="0"/>
              <a:t> referenzieren stets einen festen Index der zugehörigen Tabelle, daraus ergibt sich folgendes: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Das Hinzufügen oder Entfernen von Tabelleneinträgen kann den Inhalt von </a:t>
            </a:r>
            <a:r>
              <a:rPr lang="de-DE" sz="1600" dirty="0" err="1"/>
              <a:t>ObjectField</a:t>
            </a:r>
            <a:r>
              <a:rPr lang="de-DE" sz="1600" dirty="0"/>
              <a:t>-Instanzen verändern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Eine </a:t>
            </a:r>
            <a:r>
              <a:rPr lang="de-DE" sz="1600" dirty="0" err="1"/>
              <a:t>ObjectField</a:t>
            </a:r>
            <a:r>
              <a:rPr lang="de-DE" sz="1600" dirty="0"/>
              <a:t>-Instanz, die den letzten Eintrag einer Tabelle referenziert, wird ungültig, wenn ein Eintrag entfernt wird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A55E4B-BC5C-DA35-866A-4E42E722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11D-1E02-4A65-B4A0-1215354150CD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37482A-43EA-220B-0CE1-1BD7C72CD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D87449-2E87-8A60-67CE-23A67329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114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3CAE94-F60F-34FA-4C14-83EAD33369F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Zusätzlich zu </a:t>
            </a:r>
            <a:r>
              <a:rPr lang="de-DE" dirty="0" err="1"/>
              <a:t>Map</a:t>
            </a:r>
            <a:r>
              <a:rPr lang="de-DE" dirty="0"/>
              <a:t> (JavaScript) implementierte Methoden: </a:t>
            </a:r>
          </a:p>
        </p:txBody>
      </p:sp>
    </p:spTree>
    <p:extLst>
      <p:ext uri="{BB962C8B-B14F-4D97-AF65-F5344CB8AC3E}">
        <p14:creationId xmlns:p14="http://schemas.microsoft.com/office/powerpoint/2010/main" val="422941567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AE23-1CDC-C134-6F3E-A1B67EB6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9721917-9428-07B0-697D-E467AA795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GlobalVariable</a:t>
            </a:r>
            <a:endParaRPr lang="de-DE" dirty="0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BC0D2976-B0C4-DD76-AAF5-E8398DAFAE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3058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getName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Namen der Variable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837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Inhalt der Variable zurück</a:t>
                      </a:r>
                    </a:p>
                    <a:p>
                      <a:r>
                        <a:rPr lang="de-DE" sz="1600" dirty="0"/>
                        <a:t>Alias: Impliziter Aufruf durch "</a:t>
                      </a:r>
                      <a:r>
                        <a:rPr lang="de-DE" sz="1600" dirty="0" err="1"/>
                        <a:t>Variablenname.value</a:t>
                      </a:r>
                      <a:r>
                        <a:rPr lang="de-DE" sz="1600" dirty="0"/>
                        <a:t>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459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Inhalt der Variable als Text zurück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Alias für implizite Umwandlung der Variable in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28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Setzt den Inhalt des Felds auf den übergebenen Wert</a:t>
                      </a:r>
                    </a:p>
                    <a:p>
                      <a:r>
                        <a:rPr lang="de-DE" sz="1600" dirty="0"/>
                        <a:t>Alias: Impliziter Aufruf durch "</a:t>
                      </a:r>
                      <a:r>
                        <a:rPr lang="de-DE" sz="1600" dirty="0" err="1"/>
                        <a:t>Variablenname.value</a:t>
                      </a:r>
                      <a:r>
                        <a:rPr lang="de-DE" sz="1600" dirty="0"/>
                        <a:t> = …"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46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valueOf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Inhalt der Variable ohne weitere Kapselungen zurück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Alias für implizite Umwandlung der Variable in einen 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836795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BFCDE7-BC88-91E2-3A85-D59A5B3E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D641-D52E-4596-ADCE-4216D4A755D7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7C2ED7-5E98-1208-A183-74A738D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B36C19-23C5-A497-8320-B7B2179E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t>115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295727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87E1-939B-AF3C-7B84-0CB4FBC5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2A1167-2F54-059E-56ED-23665594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Systemfunktionen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2C466E-35C7-B366-7800-05EEE4A34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Statische Funktionen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57EC5B-FD34-129A-81A0-CDA7349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BB99A-5023-4DB2-83CF-5846C9F216F6}" type="datetime1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9F614C-8D48-C13A-63BB-D7F1575F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F8BC0F-DE60-F866-7709-942F80FB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116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9228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FEAA-BFC2-3D87-0E23-AE2D1250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0DF56E7-FA2E-53EB-570E-DEA25A862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Module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09A69CF8-2D0A-78D3-9E1C-7ABB2B3FC60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6604129"/>
              </p:ext>
            </p:extLst>
          </p:nvPr>
        </p:nvGraphicFramePr>
        <p:xfrm>
          <a:off x="179388" y="900113"/>
          <a:ext cx="11880850" cy="436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setLogger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logger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Definiert, welches Feld für die Protokollausgabe verwendet wird</a:t>
                      </a:r>
                    </a:p>
                    <a:p>
                      <a:r>
                        <a:rPr lang="de-DE" sz="1600" dirty="0"/>
                        <a:t>Kann genutzt werden, um das Protokoll frei im Lernmodul zu positionieren</a:t>
                      </a:r>
                    </a:p>
                    <a:p>
                      <a:r>
                        <a:rPr lang="de-DE" sz="1600" dirty="0"/>
                        <a:t>Hinweis: das Feld sollte ein mehrzeiliges </a:t>
                      </a:r>
                      <a:r>
                        <a:rPr lang="de-DE" sz="1600" dirty="0" err="1"/>
                        <a:t>SplitField</a:t>
                      </a:r>
                      <a:r>
                        <a:rPr lang="de-DE" sz="1600" dirty="0"/>
                        <a:t> mit '\n' als Separator sein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8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clearLogger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Entfernt alle Einträge </a:t>
                      </a:r>
                      <a:r>
                        <a:rPr lang="de-DE" sz="1600"/>
                        <a:t>des Protokollfelds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clearNoteFields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Entfernt alle Hinweismeldungen (von alert, fail und </a:t>
                      </a:r>
                      <a:r>
                        <a:rPr lang="de-DE" sz="1600" dirty="0" err="1"/>
                        <a:t>error</a:t>
                      </a:r>
                      <a:r>
                        <a:rPr lang="de-DE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32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clearOutputs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Entfernt alle Einträge des Protokollfelds und alle Hinweismeldungen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850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Protokolliert ausschließlich in der Konsole, für interne Ausgaben gedacht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75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Protokolliert in Konsole und Protokollfeld, für allgemeine Infos gedacht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29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Protokolliert in der Konsole und als Hinweismeldung, </a:t>
                      </a:r>
                      <a:br>
                        <a:rPr lang="de-DE" sz="1600" dirty="0"/>
                      </a:br>
                      <a:r>
                        <a:rPr lang="de-DE" sz="1600" dirty="0"/>
                        <a:t>für wichtige Hinweise gedacht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2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Erzeugt eine "schwache" Fehlermeldung, für Eingabefehler gedacht*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34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Erzeugt eine "starke" Fehlermeldung, für interne Fehler gedacht*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058927"/>
                  </a:ext>
                </a:extLst>
              </a:tr>
            </a:tbl>
          </a:graphicData>
        </a:graphic>
      </p:graphicFrame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8CE5EFF-4B59-0832-7683-4778833B1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5268913"/>
            <a:ext cx="11880000" cy="1031087"/>
          </a:xfrm>
        </p:spPr>
        <p:txBody>
          <a:bodyPr>
            <a:noAutofit/>
          </a:bodyPr>
          <a:lstStyle/>
          <a:p>
            <a:pPr>
              <a:tabLst>
                <a:tab pos="263525" algn="l"/>
              </a:tabLst>
            </a:pPr>
            <a:r>
              <a:rPr lang="de-DE" sz="1600" dirty="0"/>
              <a:t>*:	Der Parameter '</a:t>
            </a:r>
            <a:r>
              <a:rPr lang="de-DE" sz="1600" dirty="0" err="1"/>
              <a:t>content</a:t>
            </a:r>
            <a:r>
              <a:rPr lang="de-DE" sz="1600" dirty="0"/>
              <a:t>' kann ein Fehlertext oder eine Error-Instanz sein, bei Fehlertexten wird eine neue </a:t>
            </a:r>
            <a:br>
              <a:rPr lang="de-DE" sz="1600" dirty="0"/>
            </a:br>
            <a:r>
              <a:rPr lang="de-DE" sz="1600" dirty="0"/>
              <a:t>	Error-Instanz erzeugt, bei übergebenen Error-Instanzen wird diese zur Fehlerbehandlung weitergeworfen</a:t>
            </a:r>
          </a:p>
          <a:p>
            <a:pPr>
              <a:tabLst>
                <a:tab pos="263525" algn="l"/>
              </a:tabLst>
            </a:pPr>
            <a:r>
              <a:rPr lang="de-DE" sz="1600" dirty="0"/>
              <a:t> </a:t>
            </a:r>
          </a:p>
          <a:p>
            <a:pPr>
              <a:tabLst>
                <a:tab pos="263525" algn="l"/>
              </a:tabLst>
            </a:pPr>
            <a:r>
              <a:rPr lang="de-DE" sz="1600" dirty="0"/>
              <a:t>Hinweis:	alle Fehlermeldungen werden automatisch in der Konsole und als Hinweismeldung ausgegeben, </a:t>
            </a:r>
            <a:br>
              <a:rPr lang="de-DE" sz="1600" dirty="0"/>
            </a:br>
            <a:r>
              <a:rPr lang="de-DE" sz="1600" dirty="0"/>
              <a:t>		das gilt insbesondere auch für Fehler, die nicht über die Funktionen der Module-Klasse erzeugt wurden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3F596E-C685-EC16-96BA-8D6788E4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5861-B766-4C9B-B74A-F9DC82B019DD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C6FF20-08E7-0964-F334-78AE53A4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F6E877-90D1-3DD5-001E-1B54860F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117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65061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31C6-EC5E-F6BE-58AA-66AFF0D5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BC280E9-F278-9B60-D3F1-483C5023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Fields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3E89D02E-96A5-546B-CD03-66268C6EBE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countFilled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Anzahl der befüllten (nicht leeren) Eingabefelder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8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areFilled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fields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zurück, ob alle übergebenen Felder befüllt (nicht leer) sind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950770-F992-6908-9838-6A5F2828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6D218-04C4-448A-B18B-4791BE968DDA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2DB857-BAF0-8234-653B-B33DBF5D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B87BEC-C758-785A-904A-FCBAF12D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118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47280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CD9B-12ED-77AE-8B12-0D4062CA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0377C29-6CFA-8B5E-CC5A-5055BFDA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States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4352AB31-9428-2086-E560-774819BDEC9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79388" y="900113"/>
          <a:ext cx="11880714" cy="370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714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getStepCount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Anzahl der bisherigen Schritte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4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getCurrentStateID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ID des aktuellen Zustands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8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getCurrentStateName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Namen des aktuellen Zustands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6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getCurrentStateExplanation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Erklärungen zum aktuellen Zustand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89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getLastStateID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ID des vorherigen Zustands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22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getLastStateName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Namen des vorherigen Zustands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25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getLastStateExplanation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Erklärungen zum vorherigen Zustand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09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getLastTransitionName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den Namen des letzten Übergangs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329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getLastTransitionExplanation</a:t>
                      </a:r>
                      <a:r>
                        <a:rPr lang="de-D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Erklärungen zum letzten Übergang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931109"/>
                  </a:ext>
                </a:extLst>
              </a:tr>
            </a:tbl>
          </a:graphicData>
        </a:graphic>
      </p:graphicFrame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2CDAA14-18F7-8198-4893-836AB6CB8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000" y="4608513"/>
            <a:ext cx="11880000" cy="1691487"/>
          </a:xfrm>
        </p:spPr>
        <p:txBody>
          <a:bodyPr/>
          <a:lstStyle/>
          <a:p>
            <a:r>
              <a:rPr lang="de-DE" sz="1600" dirty="0"/>
              <a:t>*: gibt </a:t>
            </a:r>
            <a:r>
              <a:rPr lang="de-DE" sz="1600" dirty="0" err="1"/>
              <a:t>undefined</a:t>
            </a:r>
            <a:r>
              <a:rPr lang="de-DE" sz="1600" dirty="0"/>
              <a:t> zurück, wenn kein vorheriger Zustand / letzter Übergang existiert (Initialzustand)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12C00F-8325-395A-08F2-8ABF96E8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D5646-34A7-4AA0-8E46-69BFB53A6334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E8442E-F7E5-D404-EE00-4D792443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B251B0-D00B-CAE3-4D09-6FFAD61C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119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06824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0557-D81E-8F68-08AC-6797887E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6C800B6-F95A-3FE4-C7BA-46A36475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Resource</a:t>
            </a:r>
            <a:endParaRPr lang="de-DE" dirty="0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92113876-8A28-0BF2-D115-69D38F72FF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err="1"/>
                        <a:t>id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die unter der übergebenen ID konfigurierte Ressource zurück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82356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B5BEEF-9272-6E70-3F52-13B89308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0F983-106A-461D-8F89-957553DC8391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001189-AE9C-5D9E-73EE-832109D0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50E293-E03A-5C3C-BC1F-857C55FB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120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786156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8CBC0-E2F1-D33C-0E8E-0BA6F309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5B30F22-9961-7F9B-CC64-7105ECDE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Utils</a:t>
            </a:r>
            <a:endParaRPr lang="de-DE" dirty="0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1B2C1C15-2780-CBE2-7228-B631B7C54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900113"/>
          <a:ext cx="11880850" cy="274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1045695486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457367216"/>
                    </a:ext>
                  </a:extLst>
                </a:gridCol>
                <a:gridCol w="7128510">
                  <a:extLst>
                    <a:ext uri="{9D8B030D-6E8A-4147-A177-3AD203B41FA5}">
                      <a16:colId xmlns:a16="http://schemas.microsoft.com/office/drawing/2014/main" val="9821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Funktionsname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equals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object1, object2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Gibt zurück, ob die Inhalte der übergebenen Objekte gleich sind</a:t>
                      </a:r>
                    </a:p>
                    <a:p>
                      <a:r>
                        <a:rPr lang="de-DE" sz="1600" dirty="0"/>
                        <a:t>Entspricht der </a:t>
                      </a:r>
                      <a:r>
                        <a:rPr lang="de-DE" sz="1600" dirty="0" err="1"/>
                        <a:t>equals</a:t>
                      </a:r>
                      <a:r>
                        <a:rPr lang="de-DE" sz="1600" dirty="0"/>
                        <a:t>-Methode von </a:t>
                      </a:r>
                      <a:r>
                        <a:rPr lang="de-DE" sz="1600" dirty="0" err="1"/>
                        <a:t>FieldInteractor</a:t>
                      </a:r>
                      <a:endParaRPr lang="de-DE" sz="1600" dirty="0"/>
                    </a:p>
                    <a:p>
                      <a:r>
                        <a:rPr lang="de-DE" sz="1600" dirty="0"/>
                        <a:t>Dient zum universellen Vergleich zweier Objekte, wobei auch beide Objekte JavaScript-Objekten sein können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98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objectToPrint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  <a:endParaRPr lang="de-DE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Gibt den Inhalt von '</a:t>
                      </a:r>
                      <a:r>
                        <a:rPr lang="de-DE" sz="1600" dirty="0" err="1"/>
                        <a:t>object</a:t>
                      </a:r>
                      <a:r>
                        <a:rPr lang="de-DE" sz="1600" dirty="0"/>
                        <a:t>' als Ausgabe formatiert zurück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Entspricht der </a:t>
                      </a:r>
                      <a:r>
                        <a:rPr lang="de-DE" sz="1600" dirty="0" err="1"/>
                        <a:t>getPrint</a:t>
                      </a:r>
                      <a:r>
                        <a:rPr lang="de-DE" sz="1600" dirty="0"/>
                        <a:t>-Methode von </a:t>
                      </a:r>
                      <a:r>
                        <a:rPr lang="de-DE" sz="1600" dirty="0" err="1"/>
                        <a:t>FieldInteractor</a:t>
                      </a:r>
                      <a:r>
                        <a:rPr lang="de-DE" sz="1600" dirty="0"/>
                        <a:t> beziehungsweise den </a:t>
                      </a:r>
                      <a:r>
                        <a:rPr lang="de-DE" sz="1600" dirty="0" err="1"/>
                        <a:t>toString</a:t>
                      </a:r>
                      <a:r>
                        <a:rPr lang="de-DE" sz="1600" dirty="0"/>
                        <a:t>-Methoden von Array und </a:t>
                      </a:r>
                      <a:r>
                        <a:rPr lang="de-DE" sz="1600" dirty="0" err="1"/>
                        <a:t>Map</a:t>
                      </a:r>
                      <a:r>
                        <a:rPr lang="de-DE" sz="1600" dirty="0"/>
                        <a:t>, da diese angepasst wurden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Dient zur universellen Umwandlung verschiedener Objekte in Ausgaben, insbesondere auch für direkte Instanzen von </a:t>
                      </a:r>
                      <a:r>
                        <a:rPr lang="de-DE" sz="1600" dirty="0" err="1"/>
                        <a:t>Object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90949"/>
                  </a:ext>
                </a:extLst>
              </a:tr>
            </a:tbl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C44F12-CCDE-E9D6-1DB2-CFF56D19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2A36F-C036-4B65-8E41-DB54B6634666}" type="datetime1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C49806-F197-2216-BC76-0DFA23F9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LeMoS – Benutzerhandbuch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BBBA8A-8DAE-0774-31D2-C62DC263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358B-C864-4E37-81EE-BA638983953F}" type="slidenum">
              <a:rPr lang="de-DE" smtClean="0"/>
              <a:pPr/>
              <a:t>121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8194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10923</Words>
  <Application>Microsoft Office PowerPoint</Application>
  <PresentationFormat>Breitbild</PresentationFormat>
  <Paragraphs>2360</Paragraphs>
  <Slides>121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121</vt:i4>
      </vt:variant>
    </vt:vector>
  </HeadingPairs>
  <TitlesOfParts>
    <vt:vector size="126" baseType="lpstr">
      <vt:lpstr>Arial</vt:lpstr>
      <vt:lpstr>Calibri</vt:lpstr>
      <vt:lpstr>Courier New</vt:lpstr>
      <vt:lpstr>Wingdings</vt:lpstr>
      <vt:lpstr>Office</vt:lpstr>
      <vt:lpstr>– LeMoS –  Benutzerhandbuch</vt:lpstr>
      <vt:lpstr>Aufbau dieses Dokuments</vt:lpstr>
      <vt:lpstr>– LeMoS – Grundlagen</vt:lpstr>
      <vt:lpstr>Kontext dieses Dokuments</vt:lpstr>
      <vt:lpstr>Überblick der Begrifflichkeiten</vt:lpstr>
      <vt:lpstr>Aufbau der Zustandsgraphen</vt:lpstr>
      <vt:lpstr>Funktionsweise der Zustandsgraphen</vt:lpstr>
      <vt:lpstr>– LeMoS – Vorgehensweise</vt:lpstr>
      <vt:lpstr>1. Konzeptionieren des Lernmoduls</vt:lpstr>
      <vt:lpstr>2. Modellieren des Lernmoduls</vt:lpstr>
      <vt:lpstr>3. Generieren des Lernmoduls</vt:lpstr>
      <vt:lpstr>3. Generieren des Lernmoduls – Beispiel</vt:lpstr>
      <vt:lpstr>4. Bereitstellen des Lernmoduls</vt:lpstr>
      <vt:lpstr>– LeMoS – Erste Schritte</vt:lpstr>
      <vt:lpstr>Erste Schritte</vt:lpstr>
      <vt:lpstr>Lerninhalt</vt:lpstr>
      <vt:lpstr>Bedienoberfläche</vt:lpstr>
      <vt:lpstr>Zustandsgraph (Variante 1)</vt:lpstr>
      <vt:lpstr>Zustandsgraph (Variante 2)</vt:lpstr>
      <vt:lpstr>Zustandsgraph (Variante 3)</vt:lpstr>
      <vt:lpstr>Szenarien</vt:lpstr>
      <vt:lpstr>Erste Schritte</vt:lpstr>
      <vt:lpstr>1. Grundstruktur mit Schema definieren</vt:lpstr>
      <vt:lpstr>2. Allgemeine Angaben definieren</vt:lpstr>
      <vt:lpstr>2. Allgemeine Angaben definieren – Beispielkonfiguration</vt:lpstr>
      <vt:lpstr>2. Allgemeine Angaben definieren – Ergebnis</vt:lpstr>
      <vt:lpstr>3. Felder definieren</vt:lpstr>
      <vt:lpstr>3. Felder definieren – Style-Attribut</vt:lpstr>
      <vt:lpstr>3. Felder definieren – Beispielkonfiguration (Minuend)</vt:lpstr>
      <vt:lpstr>3. Felder definieren – Beispielkonfiguration (Subtrahend)</vt:lpstr>
      <vt:lpstr>3. Felder definieren – Beispielkonfiguration (Differenz)</vt:lpstr>
      <vt:lpstr>3. Felder definieren – Beispielkonfiguration (Gesamt)</vt:lpstr>
      <vt:lpstr>3. Felder definieren – Ergebnis</vt:lpstr>
      <vt:lpstr>4. Zustände definieren</vt:lpstr>
      <vt:lpstr>4. Zustände definieren – Transitions-Attribut</vt:lpstr>
      <vt:lpstr>4. Zustände definieren – Conditions-Attribut</vt:lpstr>
      <vt:lpstr>4. Zustände definieren – Beispielkonfiguration (Variante 1)</vt:lpstr>
      <vt:lpstr>4. Zustände definieren – Beispielkonfiguration (Variante 2)</vt:lpstr>
      <vt:lpstr>4. Zustände definieren – Beispielkonfiguration (Variante 3)</vt:lpstr>
      <vt:lpstr>5. Lernmodulkonfiguration zusammensetzen</vt:lpstr>
      <vt:lpstr>Erste Schritte</vt:lpstr>
      <vt:lpstr>1. Unterordner anlegen</vt:lpstr>
      <vt:lpstr>2. Grundstruktur mit Schema definieren</vt:lpstr>
      <vt:lpstr>3. Szenario definieren</vt:lpstr>
      <vt:lpstr>4. Szenariokonfiguration zusammensetzen</vt:lpstr>
      <vt:lpstr>5. Gesamtergebnis betrachten</vt:lpstr>
      <vt:lpstr>– LeMoS – Modellierungssprache</vt:lpstr>
      <vt:lpstr>Grundlegende Struktur</vt:lpstr>
      <vt:lpstr>Modellierungssprache</vt:lpstr>
      <vt:lpstr>LearningModule</vt:lpstr>
      <vt:lpstr>Condition</vt:lpstr>
      <vt:lpstr>Operation</vt:lpstr>
      <vt:lpstr>Modellierungssprache</vt:lpstr>
      <vt:lpstr>GeneralData</vt:lpstr>
      <vt:lpstr>Contact</vt:lpstr>
      <vt:lpstr>Settings</vt:lpstr>
      <vt:lpstr>Logger</vt:lpstr>
      <vt:lpstr>Variable</vt:lpstr>
      <vt:lpstr>Function</vt:lpstr>
      <vt:lpstr>Import</vt:lpstr>
      <vt:lpstr>Resource</vt:lpstr>
      <vt:lpstr>Modellierungssprache</vt:lpstr>
      <vt:lpstr>Field (1/2)</vt:lpstr>
      <vt:lpstr>Field (2/2)</vt:lpstr>
      <vt:lpstr>Field – Hinweise zu Attributen (1/2)</vt:lpstr>
      <vt:lpstr>Field – Hinweise zu Attributen (2/2)</vt:lpstr>
      <vt:lpstr>Field – Hinweis zu inneren Feldern</vt:lpstr>
      <vt:lpstr>FieldType</vt:lpstr>
      <vt:lpstr>FieldUsage</vt:lpstr>
      <vt:lpstr>FieldDatatype</vt:lpstr>
      <vt:lpstr>Style</vt:lpstr>
      <vt:lpstr>Style – Beispiel</vt:lpstr>
      <vt:lpstr>InfoField (zusätzlich zu Field)</vt:lpstr>
      <vt:lpstr>CheckField (zusätzlich zu Field)</vt:lpstr>
      <vt:lpstr>SelectField (zusätzlich zu Field)</vt:lpstr>
      <vt:lpstr>Option</vt:lpstr>
      <vt:lpstr>MultilineableField (zusätzlich zu Field)</vt:lpstr>
      <vt:lpstr>TextField (zusätzlich zu MultilineableField)</vt:lpstr>
      <vt:lpstr>SplitField (zusätzlich zu MultilineableField)</vt:lpstr>
      <vt:lpstr>ExpandableField (zusätzlich zu Field)</vt:lpstr>
      <vt:lpstr>FieldOrientation</vt:lpstr>
      <vt:lpstr>ListField (zusätzlich zu ExpandableField)</vt:lpstr>
      <vt:lpstr>TableField (zusätzlich zu ExpandableField)</vt:lpstr>
      <vt:lpstr>Modellierungssprache</vt:lpstr>
      <vt:lpstr>State</vt:lpstr>
      <vt:lpstr>State – Hinweise zu Attributen</vt:lpstr>
      <vt:lpstr>StateType</vt:lpstr>
      <vt:lpstr>StateImportance</vt:lpstr>
      <vt:lpstr>Transition</vt:lpstr>
      <vt:lpstr>Modellierungssprache</vt:lpstr>
      <vt:lpstr>Scenario</vt:lpstr>
      <vt:lpstr>– LeMoS – Systemfunktionen</vt:lpstr>
      <vt:lpstr>Grundlegende Struktur</vt:lpstr>
      <vt:lpstr>Systemfunktionen</vt:lpstr>
      <vt:lpstr>FieldInteractor</vt:lpstr>
      <vt:lpstr>FieldInteractor</vt:lpstr>
      <vt:lpstr>FieldInteractor</vt:lpstr>
      <vt:lpstr>InfoFieldInteractor (zusätzlich zu FieldInteractor)</vt:lpstr>
      <vt:lpstr>CheckFieldInteractor (zusätzlich zu FieldInteractor)</vt:lpstr>
      <vt:lpstr>SelectFieldInteractor (zusätzlich zu FieldInteractor)</vt:lpstr>
      <vt:lpstr>TextFieldInteractor (zusätzlich zu FieldInteractor)</vt:lpstr>
      <vt:lpstr>TextFieldInteractor (zusätzlich zu FieldInteractor)</vt:lpstr>
      <vt:lpstr>TextFieldInteractor (zusätzlich zu FieldInteractor)</vt:lpstr>
      <vt:lpstr>ListableFieldInteractor (zusätzlich zu ListableFieldInteractor)</vt:lpstr>
      <vt:lpstr>ListableFieldInteractor (zusätzlich zu ListableFieldInteractor)</vt:lpstr>
      <vt:lpstr>ListableFieldInteractor (zusätzlich zu ListableFieldInteractor)</vt:lpstr>
      <vt:lpstr>ListableFieldInteractor (zusätzlich zu ListableFieldInteractor)</vt:lpstr>
      <vt:lpstr>ListableFieldInteractor (zusätzlich zu ListableFieldInteractor)</vt:lpstr>
      <vt:lpstr>ListableFieldInteractor (zusätzlich zu ListableFieldInteractor)</vt:lpstr>
      <vt:lpstr>ListFieldInteractor (zusätzlich zu ListableFieldInteractor)</vt:lpstr>
      <vt:lpstr>TableFieldInteractor (zusätzlich zu ListableFieldInteractor)</vt:lpstr>
      <vt:lpstr>ObjectFieldInteractor (zusätzlich zu FieldInteractor)</vt:lpstr>
      <vt:lpstr>ObjectFieldInteractor (zusätzlich zu FieldInteractor)</vt:lpstr>
      <vt:lpstr>ObjectFieldInteractor (zusätzlich zu FieldInteractor)</vt:lpstr>
      <vt:lpstr>GlobalVariable</vt:lpstr>
      <vt:lpstr>Systemfunktionen</vt:lpstr>
      <vt:lpstr>Module</vt:lpstr>
      <vt:lpstr>Fields</vt:lpstr>
      <vt:lpstr>States</vt:lpstr>
      <vt:lpstr>Resource</vt:lpstr>
      <vt:lpstr>Utils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Aufgabenanalyse</dc:title>
  <dc:creator>Stefani, Alexander</dc:creator>
  <cp:lastModifiedBy>Alexander Stefani</cp:lastModifiedBy>
  <cp:revision>3</cp:revision>
  <dcterms:created xsi:type="dcterms:W3CDTF">2024-05-14T15:47:45Z</dcterms:created>
  <dcterms:modified xsi:type="dcterms:W3CDTF">2026-02-18T16:38:51Z</dcterms:modified>
</cp:coreProperties>
</file>